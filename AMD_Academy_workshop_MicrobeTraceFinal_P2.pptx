
<file path=[Content_Types].xml><?xml version="1.0" encoding="utf-8"?>
<Types xmlns="http://schemas.openxmlformats.org/package/2006/content-types">
  <Default Extension="emf" ContentType="image/x-emf"/>
  <Default Extension="gif" ContentType="image/gi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changesInfos/changesInfo1.xml" ContentType="application/vnd.ms-powerpoint.changes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96" r:id="rId4"/>
  </p:sldMasterIdLst>
  <p:notesMasterIdLst>
    <p:notesMasterId r:id="rId15"/>
  </p:notesMasterIdLst>
  <p:handoutMasterIdLst>
    <p:handoutMasterId r:id="rId16"/>
  </p:handoutMasterIdLst>
  <p:sldIdLst>
    <p:sldId id="341" r:id="rId5"/>
    <p:sldId id="405" r:id="rId6"/>
    <p:sldId id="406" r:id="rId7"/>
    <p:sldId id="407" r:id="rId8"/>
    <p:sldId id="387" r:id="rId9"/>
    <p:sldId id="409" r:id="rId10"/>
    <p:sldId id="411" r:id="rId11"/>
    <p:sldId id="415" r:id="rId12"/>
    <p:sldId id="414" r:id="rId13"/>
    <p:sldId id="256"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How To Guide" id="{E6D779B0-68BC-4AA2-A974-E7658ED860AC}">
          <p14:sldIdLst/>
        </p14:section>
        <p14:section name="Title Slides" id="{D16E793D-8658-41B5-9124-1D37A4C8D39F}">
          <p14:sldIdLst/>
        </p14:section>
        <p14:section name="Interior Slides" id="{B70B07F5-4929-42D4-93D4-8E2E7D691827}">
          <p14:sldIdLst>
            <p14:sldId id="341"/>
            <p14:sldId id="405"/>
            <p14:sldId id="406"/>
            <p14:sldId id="407"/>
            <p14:sldId id="387"/>
            <p14:sldId id="409"/>
            <p14:sldId id="411"/>
            <p14:sldId id="415"/>
            <p14:sldId id="414"/>
            <p14:sldId id="256"/>
          </p14:sldIdLst>
        </p14:section>
        <p14:section name="Section Breaks" id="{5DCF74C5-44B9-43FC-9001-FE6B70A38EA4}">
          <p14:sldIdLst/>
        </p14:section>
        <p14:section name="Closing" id="{FF2D4302-F773-460D-8659-D96F70C935A6}">
          <p14:sldIdLst/>
        </p14:section>
        <p14:section name="Infographics" id="{16AFFE95-D03C-48E0-B374-D0227DF34FC8}">
          <p14:sldIdLst/>
        </p14:section>
      </p14:sectionLst>
    </p:ex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8E8C884E-D0A4-FF47-DEAB-1DFC19178332}" name="Switzer, Bill (CDC/NCHHSTP/DHP)" initials="WS" userId="S::bis3@cdc.gov::a5431e8e-d9f5-4217-8e24-a485679badf0" providerId="AD"/>
  <p188:author id="{E482C34E-64D1-EDC5-A897-A9988C54C780}" name="Clark, Kevin L. (CDC/OD/OC)" initials="KC" userId="S::uvw7@cdc.gov::e3ff4289-52be-4665-a78d-b1cdb6a838b3" providerId="AD"/>
  <p188:author id="{3836BB66-F1B5-9A93-AB33-81C7F3FE630E}" name="Shankar, Anupama (CDC/NCHHSTP/DHP)" initials="AS" userId="S::ikb6@cdc.gov::e3bf0f75-9c1f-4d08-927e-028e4916005e" providerId="AD"/>
  <p188:author id="{C1D19268-A486-DAC1-569C-EC8B806F30D8}" name="Chung, Justine (CDC/OD/OC) (CTR)" initials="JC" userId="S::itu6@cdc.gov::9e71a0a9-74a2-478d-a04e-bbb50f73bea1" providerId="AD"/>
  <p188:author id="{C2A11BDB-AF90-383F-F281-1D712208B6B0}" name="Ostroff, Alyssa (CDC/OD/OC)" initials="AO" userId="S::qpq7@cdc.gov::bfa4756e-811a-4663-85b8-b83cdadad87f" providerId="AD"/>
  <p188:author id="{A18620F1-854E-1E10-3A6D-94D1F941835D}" name="Harp, Victoria H. (CDC/NCHHSTP/OD)" initials="VH" userId="S::ihn3@cdc.gov::09e3d60d-b4ab-4a03-8547-2ef2db4acbde" providerId="AD"/>
  <p188:author id="{153D81FD-2B13-FBF9-E7B7-83C2F059B286}" name="Friend, Michael (CDC/NCHHSTP/DHP)" initials="MF" userId="S::Bnk5@cdc.gov::fb5d49f6-67ab-43bc-a4c7-ffc863d70a07"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Yossy Made Yulian" initials="YMY" lastIdx="1" clrIdx="0">
    <p:extLst>
      <p:ext uri="{19B8F6BF-5375-455C-9EA6-DF929625EA0E}">
        <p15:presenceInfo xmlns:p15="http://schemas.microsoft.com/office/powerpoint/2012/main" userId="238af46a17e978c5"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ECF5FF"/>
    <a:srgbClr val="191919"/>
    <a:srgbClr val="FB7E38"/>
    <a:srgbClr val="032659"/>
    <a:srgbClr val="DB5E2E"/>
    <a:srgbClr val="00B1CE"/>
    <a:srgbClr val="B8D4ED"/>
    <a:srgbClr val="EAF8F9"/>
    <a:srgbClr val="F4FCFC"/>
    <a:srgbClr val="A9AEB5"/>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0660B408-B3CF-4A94-85FC-2B1E0A45F4A2}" styleName="Dark Style 2 - Accent 1/Accent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1">
              <a:tint val="20000"/>
            </a:schemeClr>
          </a:solidFill>
        </a:fill>
      </a:tcStyle>
    </a:lastRow>
    <a:firstRow>
      <a:tcTxStyle b="on">
        <a:fontRef idx="minor">
          <a:scrgbClr r="0" g="0" b="0"/>
        </a:fontRef>
        <a:schemeClr val="lt1"/>
      </a:tcTxStyle>
      <a:tcStyle>
        <a:tcBdr/>
        <a:fill>
          <a:solidFill>
            <a:schemeClr val="accent2"/>
          </a:solidFill>
        </a:fill>
      </a:tcStyle>
    </a:firstRow>
  </a:tblStyle>
  <a:tblStyle styleId="{5202B0CA-FC54-4496-8BCA-5EF66A818D29}" styleName="Dark Style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dk1">
              <a:tint val="20000"/>
            </a:schemeClr>
          </a:solidFill>
        </a:fill>
      </a:tcStyle>
    </a:lastRow>
    <a:firstRow>
      <a:tcTxStyle b="on">
        <a:fontRef idx="minor">
          <a:scrgbClr r="0" g="0" b="0"/>
        </a:fontRef>
        <a:schemeClr val="lt1"/>
      </a:tcTxStyle>
      <a:tcStyle>
        <a:tcBdr/>
        <a:fill>
          <a:solidFill>
            <a:schemeClr val="dk1"/>
          </a:solidFill>
        </a:fill>
      </a:tcStyle>
    </a:firstRow>
  </a:tblStyle>
  <a:tblStyle styleId="{125E5076-3810-47DD-B79F-674D7AD40C01}" styleName="Dark Style 1 - Accent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1"/>
          </a:solidFill>
        </a:fill>
      </a:tcStyle>
    </a:wholeTbl>
    <a:band1H>
      <a:tcStyle>
        <a:tcBdr/>
        <a:fill>
          <a:solidFill>
            <a:schemeClr val="accent1">
              <a:shade val="60000"/>
            </a:schemeClr>
          </a:solidFill>
        </a:fill>
      </a:tcStyle>
    </a:band1H>
    <a:band1V>
      <a:tcStyle>
        <a:tcBdr/>
        <a:fill>
          <a:solidFill>
            <a:schemeClr val="accent1">
              <a:shade val="60000"/>
            </a:schemeClr>
          </a:solidFill>
        </a:fill>
      </a:tcStyle>
    </a:band1V>
    <a:lastCol>
      <a:tcTxStyle b="on"/>
      <a:tcStyle>
        <a:tcBdr>
          <a:left>
            <a:ln w="25400" cmpd="sng">
              <a:solidFill>
                <a:schemeClr val="lt1"/>
              </a:solidFill>
            </a:ln>
          </a:left>
        </a:tcBdr>
        <a:fill>
          <a:solidFill>
            <a:schemeClr val="accent1">
              <a:shade val="60000"/>
            </a:schemeClr>
          </a:solidFill>
        </a:fill>
      </a:tcStyle>
    </a:lastCol>
    <a:firstCol>
      <a:tcTxStyle b="on"/>
      <a:tcStyle>
        <a:tcBdr>
          <a:right>
            <a:ln w="25400" cmpd="sng">
              <a:solidFill>
                <a:schemeClr val="lt1"/>
              </a:solidFill>
            </a:ln>
          </a:right>
        </a:tcBdr>
        <a:fill>
          <a:solidFill>
            <a:schemeClr val="accent1">
              <a:shade val="60000"/>
            </a:schemeClr>
          </a:solidFill>
        </a:fill>
      </a:tcStyle>
    </a:firstCol>
    <a:lastRow>
      <a:tcTxStyle b="on"/>
      <a:tcStyle>
        <a:tcBdr>
          <a:top>
            <a:ln w="25400" cmpd="sng">
              <a:solidFill>
                <a:schemeClr val="lt1"/>
              </a:solidFill>
            </a:ln>
          </a:top>
        </a:tcBdr>
        <a:fill>
          <a:solidFill>
            <a:schemeClr val="accent1">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54510" autoAdjust="0"/>
  </p:normalViewPr>
  <p:slideViewPr>
    <p:cSldViewPr snapToGrid="0">
      <p:cViewPr varScale="1">
        <p:scale>
          <a:sx n="60" d="100"/>
          <a:sy n="60" d="100"/>
        </p:scale>
        <p:origin x="2514" y="66"/>
      </p:cViewPr>
      <p:guideLst>
        <p:guide orient="horz" pos="2160"/>
        <p:guide pos="3840"/>
      </p:guideLst>
    </p:cSldViewPr>
  </p:slideViewPr>
  <p:notesTextViewPr>
    <p:cViewPr>
      <p:scale>
        <a:sx n="1" d="1"/>
        <a:sy n="1" d="1"/>
      </p:scale>
      <p:origin x="0" y="0"/>
    </p:cViewPr>
  </p:notesTextViewPr>
  <p:notesViewPr>
    <p:cSldViewPr snapToGrid="0">
      <p:cViewPr varScale="1">
        <p:scale>
          <a:sx n="66" d="100"/>
          <a:sy n="66" d="100"/>
        </p:scale>
        <p:origin x="0" y="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tableStyles" Target="tableStyle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commentAuthors" Target="commentAuthors.xml"/><Relationship Id="rId2" Type="http://schemas.openxmlformats.org/officeDocument/2006/relationships/customXml" Target="../customXml/item2.xml"/><Relationship Id="rId16" Type="http://schemas.openxmlformats.org/officeDocument/2006/relationships/handoutMaster" Target="handoutMasters/handoutMaster1.xml"/><Relationship Id="rId20"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notesMaster" Target="notesMasters/notesMaster1.xml"/><Relationship Id="rId23" Type="http://schemas.microsoft.com/office/2018/10/relationships/authors" Target="authors.xml"/><Relationship Id="rId10" Type="http://schemas.openxmlformats.org/officeDocument/2006/relationships/slide" Target="slides/slide6.xml"/><Relationship Id="rId19"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ayra Trujillo [KDHE]" userId="fba687dd-b4d0-421a-8af4-a3399434a759" providerId="ADAL" clId="{08F3E85D-BC3F-47A1-A7CC-56CFD3C9BAFB}"/>
    <pc:docChg chg="delSld modSection">
      <pc:chgData name="Mayra Trujillo [KDHE]" userId="fba687dd-b4d0-421a-8af4-a3399434a759" providerId="ADAL" clId="{08F3E85D-BC3F-47A1-A7CC-56CFD3C9BAFB}" dt="2026-04-17T17:53:13.244" v="0" actId="47"/>
      <pc:docMkLst>
        <pc:docMk/>
      </pc:docMkLst>
      <pc:sldChg chg="del">
        <pc:chgData name="Mayra Trujillo [KDHE]" userId="fba687dd-b4d0-421a-8af4-a3399434a759" providerId="ADAL" clId="{08F3E85D-BC3F-47A1-A7CC-56CFD3C9BAFB}" dt="2026-04-17T17:53:13.244" v="0" actId="47"/>
        <pc:sldMkLst>
          <pc:docMk/>
          <pc:sldMk cId="4239135592" sldId="338"/>
        </pc:sldMkLst>
      </pc:sldChg>
      <pc:sldChg chg="del">
        <pc:chgData name="Mayra Trujillo [KDHE]" userId="fba687dd-b4d0-421a-8af4-a3399434a759" providerId="ADAL" clId="{08F3E85D-BC3F-47A1-A7CC-56CFD3C9BAFB}" dt="2026-04-17T17:53:13.244" v="0" actId="47"/>
        <pc:sldMkLst>
          <pc:docMk/>
          <pc:sldMk cId="4214241863" sldId="379"/>
        </pc:sldMkLst>
      </pc:sldChg>
      <pc:sldChg chg="del">
        <pc:chgData name="Mayra Trujillo [KDHE]" userId="fba687dd-b4d0-421a-8af4-a3399434a759" providerId="ADAL" clId="{08F3E85D-BC3F-47A1-A7CC-56CFD3C9BAFB}" dt="2026-04-17T17:53:13.244" v="0" actId="47"/>
        <pc:sldMkLst>
          <pc:docMk/>
          <pc:sldMk cId="1852346419" sldId="394"/>
        </pc:sldMkLst>
      </pc:sldChg>
      <pc:sldChg chg="del">
        <pc:chgData name="Mayra Trujillo [KDHE]" userId="fba687dd-b4d0-421a-8af4-a3399434a759" providerId="ADAL" clId="{08F3E85D-BC3F-47A1-A7CC-56CFD3C9BAFB}" dt="2026-04-17T17:53:13.244" v="0" actId="47"/>
        <pc:sldMkLst>
          <pc:docMk/>
          <pc:sldMk cId="2743895425" sldId="396"/>
        </pc:sldMkLst>
      </pc:sldChg>
      <pc:sldChg chg="del">
        <pc:chgData name="Mayra Trujillo [KDHE]" userId="fba687dd-b4d0-421a-8af4-a3399434a759" providerId="ADAL" clId="{08F3E85D-BC3F-47A1-A7CC-56CFD3C9BAFB}" dt="2026-04-17T17:53:13.244" v="0" actId="47"/>
        <pc:sldMkLst>
          <pc:docMk/>
          <pc:sldMk cId="759189296" sldId="397"/>
        </pc:sldMkLst>
      </pc:sldChg>
      <pc:sldChg chg="del">
        <pc:chgData name="Mayra Trujillo [KDHE]" userId="fba687dd-b4d0-421a-8af4-a3399434a759" providerId="ADAL" clId="{08F3E85D-BC3F-47A1-A7CC-56CFD3C9BAFB}" dt="2026-04-17T17:53:13.244" v="0" actId="47"/>
        <pc:sldMkLst>
          <pc:docMk/>
          <pc:sldMk cId="3159063924" sldId="398"/>
        </pc:sldMkLst>
      </pc:sldChg>
      <pc:sldChg chg="del">
        <pc:chgData name="Mayra Trujillo [KDHE]" userId="fba687dd-b4d0-421a-8af4-a3399434a759" providerId="ADAL" clId="{08F3E85D-BC3F-47A1-A7CC-56CFD3C9BAFB}" dt="2026-04-17T17:53:13.244" v="0" actId="47"/>
        <pc:sldMkLst>
          <pc:docMk/>
          <pc:sldMk cId="3209539517" sldId="399"/>
        </pc:sldMkLst>
      </pc:sldChg>
      <pc:sldChg chg="del">
        <pc:chgData name="Mayra Trujillo [KDHE]" userId="fba687dd-b4d0-421a-8af4-a3399434a759" providerId="ADAL" clId="{08F3E85D-BC3F-47A1-A7CC-56CFD3C9BAFB}" dt="2026-04-17T17:53:13.244" v="0" actId="47"/>
        <pc:sldMkLst>
          <pc:docMk/>
          <pc:sldMk cId="1474484256" sldId="400"/>
        </pc:sldMkLst>
      </pc:sldChg>
      <pc:sldChg chg="del">
        <pc:chgData name="Mayra Trujillo [KDHE]" userId="fba687dd-b4d0-421a-8af4-a3399434a759" providerId="ADAL" clId="{08F3E85D-BC3F-47A1-A7CC-56CFD3C9BAFB}" dt="2026-04-17T17:53:13.244" v="0" actId="47"/>
        <pc:sldMkLst>
          <pc:docMk/>
          <pc:sldMk cId="3559504715" sldId="404"/>
        </pc:sldMkLst>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EB514D5A-9363-6E2E-32AA-FD97BB98EA7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B410523D-7F9D-EDEC-D5F4-60E4A0998E3B}"/>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7911DC50-8808-413B-A9CF-E331A6C34273}" type="datetimeFigureOut">
              <a:rPr lang="en-US" smtClean="0"/>
              <a:t>4/17/2026</a:t>
            </a:fld>
            <a:endParaRPr lang="en-US"/>
          </a:p>
        </p:txBody>
      </p:sp>
      <p:sp>
        <p:nvSpPr>
          <p:cNvPr id="4" name="Footer Placeholder 3">
            <a:extLst>
              <a:ext uri="{FF2B5EF4-FFF2-40B4-BE49-F238E27FC236}">
                <a16:creationId xmlns:a16="http://schemas.microsoft.com/office/drawing/2014/main" id="{C27E7945-413F-7462-8299-C2262B0F1CAD}"/>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41C7DE42-AAED-A67B-1119-494BE45BE651}"/>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74F9555-BB4D-40D3-95C3-AF0E39CA1545}" type="slidenum">
              <a:rPr lang="en-US" smtClean="0"/>
              <a:t>‹#›</a:t>
            </a:fld>
            <a:endParaRPr lang="en-US"/>
          </a:p>
        </p:txBody>
      </p:sp>
    </p:spTree>
    <p:extLst>
      <p:ext uri="{BB962C8B-B14F-4D97-AF65-F5344CB8AC3E}">
        <p14:creationId xmlns:p14="http://schemas.microsoft.com/office/powerpoint/2010/main" val="77973408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716299A-91E8-4A02-B01A-B9F957B409FE}" type="datetimeFigureOut">
              <a:rPr lang="en-US" smtClean="0"/>
              <a:t>4/17/2026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D283A64-D913-4757-A09B-C7A253B77D4F}" type="slidenum">
              <a:rPr lang="en-US" smtClean="0"/>
              <a:t>‹#›</a:t>
            </a:fld>
            <a:endParaRPr lang="en-US"/>
          </a:p>
        </p:txBody>
      </p:sp>
    </p:spTree>
    <p:extLst>
      <p:ext uri="{BB962C8B-B14F-4D97-AF65-F5344CB8AC3E}">
        <p14:creationId xmlns:p14="http://schemas.microsoft.com/office/powerpoint/2010/main" val="299379777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7D283A64-D913-4757-A09B-C7A253B77D4F}" type="slidenum">
              <a:rPr lang="en-US" smtClean="0"/>
              <a:t>1</a:t>
            </a:fld>
            <a:endParaRPr lang="en-US"/>
          </a:p>
        </p:txBody>
      </p:sp>
    </p:spTree>
    <p:extLst>
      <p:ext uri="{BB962C8B-B14F-4D97-AF65-F5344CB8AC3E}">
        <p14:creationId xmlns:p14="http://schemas.microsoft.com/office/powerpoint/2010/main" val="233364920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D7FECD-B752-5708-B489-93645BC8A84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99F4BD2-B2AD-9E43-189F-F3CE7C505FAF}"/>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B90DC5FD-8C6B-B36F-AF3E-BF9A8749BF5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2C9D4AB-69DC-C76D-A14D-52D2B1936545}"/>
              </a:ext>
            </a:extLst>
          </p:cNvPr>
          <p:cNvSpPr>
            <a:spLocks noGrp="1"/>
          </p:cNvSpPr>
          <p:nvPr>
            <p:ph type="sldNum" sz="quarter" idx="5"/>
          </p:nvPr>
        </p:nvSpPr>
        <p:spPr/>
        <p:txBody>
          <a:bodyPr/>
          <a:lstStyle/>
          <a:p>
            <a:fld id="{7D283A64-D913-4757-A09B-C7A253B77D4F}" type="slidenum">
              <a:rPr lang="en-US" smtClean="0"/>
              <a:t>6</a:t>
            </a:fld>
            <a:endParaRPr lang="en-US"/>
          </a:p>
        </p:txBody>
      </p:sp>
    </p:spTree>
    <p:extLst>
      <p:ext uri="{BB962C8B-B14F-4D97-AF65-F5344CB8AC3E}">
        <p14:creationId xmlns:p14="http://schemas.microsoft.com/office/powerpoint/2010/main" val="282201700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D283A64-D913-4757-A09B-C7A253B77D4F}" type="slidenum">
              <a:rPr lang="en-US" smtClean="0"/>
              <a:t>7</a:t>
            </a:fld>
            <a:endParaRPr lang="en-US"/>
          </a:p>
        </p:txBody>
      </p:sp>
    </p:spTree>
    <p:extLst>
      <p:ext uri="{BB962C8B-B14F-4D97-AF65-F5344CB8AC3E}">
        <p14:creationId xmlns:p14="http://schemas.microsoft.com/office/powerpoint/2010/main" val="207452350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DB878F-81DA-271E-11D9-9E59700DE16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AC70DEA-9F00-83FF-D0DF-2E57FA97D561}"/>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3EC8AF59-322E-53A8-6BAE-0E54543AF815}"/>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96FD09A9-1E17-1025-0DCA-EDE6E6BEA16D}"/>
              </a:ext>
            </a:extLst>
          </p:cNvPr>
          <p:cNvSpPr>
            <a:spLocks noGrp="1"/>
          </p:cNvSpPr>
          <p:nvPr>
            <p:ph type="sldNum" sz="quarter" idx="5"/>
          </p:nvPr>
        </p:nvSpPr>
        <p:spPr/>
        <p:txBody>
          <a:bodyPr/>
          <a:lstStyle/>
          <a:p>
            <a:fld id="{7D283A64-D913-4757-A09B-C7A253B77D4F}" type="slidenum">
              <a:rPr lang="en-US" smtClean="0"/>
              <a:t>8</a:t>
            </a:fld>
            <a:endParaRPr lang="en-US"/>
          </a:p>
        </p:txBody>
      </p:sp>
    </p:spTree>
    <p:extLst>
      <p:ext uri="{BB962C8B-B14F-4D97-AF65-F5344CB8AC3E}">
        <p14:creationId xmlns:p14="http://schemas.microsoft.com/office/powerpoint/2010/main" val="389065940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CAAFED-9481-BA0D-E711-72B2B1C1995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48E5AD2-1E41-F2A7-2600-D75E0E5D07CE}"/>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9DE7854A-6715-F40E-B5BF-65595FE8E8F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A8951E1-21DD-76E6-F0DF-B7CD273A6294}"/>
              </a:ext>
            </a:extLst>
          </p:cNvPr>
          <p:cNvSpPr>
            <a:spLocks noGrp="1"/>
          </p:cNvSpPr>
          <p:nvPr>
            <p:ph type="sldNum" sz="quarter" idx="5"/>
          </p:nvPr>
        </p:nvSpPr>
        <p:spPr/>
        <p:txBody>
          <a:bodyPr/>
          <a:lstStyle/>
          <a:p>
            <a:fld id="{7D283A64-D913-4757-A09B-C7A253B77D4F}" type="slidenum">
              <a:rPr lang="en-US" smtClean="0"/>
              <a:t>9</a:t>
            </a:fld>
            <a:endParaRPr lang="en-US"/>
          </a:p>
        </p:txBody>
      </p:sp>
    </p:spTree>
    <p:extLst>
      <p:ext uri="{BB962C8B-B14F-4D97-AF65-F5344CB8AC3E}">
        <p14:creationId xmlns:p14="http://schemas.microsoft.com/office/powerpoint/2010/main" val="418265887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D283A64-D913-4757-A09B-C7A253B77D4F}" type="slidenum">
              <a:rPr lang="en-US" smtClean="0"/>
              <a:t>10</a:t>
            </a:fld>
            <a:endParaRPr lang="en-US"/>
          </a:p>
        </p:txBody>
      </p:sp>
    </p:spTree>
    <p:extLst>
      <p:ext uri="{BB962C8B-B14F-4D97-AF65-F5344CB8AC3E}">
        <p14:creationId xmlns:p14="http://schemas.microsoft.com/office/powerpoint/2010/main" val="355869683"/>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3" Type="http://schemas.openxmlformats.org/officeDocument/2006/relationships/hyperlink" Target="https://www.cdc.gov/" TargetMode="External"/><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_2">
    <p:spTree>
      <p:nvGrpSpPr>
        <p:cNvPr id="1" name=""/>
        <p:cNvGrpSpPr/>
        <p:nvPr/>
      </p:nvGrpSpPr>
      <p:grpSpPr>
        <a:xfrm>
          <a:off x="0" y="0"/>
          <a:ext cx="0" cy="0"/>
          <a:chOff x="0" y="0"/>
          <a:chExt cx="0" cy="0"/>
        </a:xfrm>
      </p:grpSpPr>
      <p:sp>
        <p:nvSpPr>
          <p:cNvPr id="46" name="Title 45">
            <a:extLst>
              <a:ext uri="{FF2B5EF4-FFF2-40B4-BE49-F238E27FC236}">
                <a16:creationId xmlns:a16="http://schemas.microsoft.com/office/drawing/2014/main" id="{2AAA61E1-C59C-1C7A-FAB7-DC43AA5A391A}"/>
              </a:ext>
            </a:extLst>
          </p:cNvPr>
          <p:cNvSpPr>
            <a:spLocks noGrp="1"/>
          </p:cNvSpPr>
          <p:nvPr>
            <p:ph type="title" hasCustomPrompt="1"/>
          </p:nvPr>
        </p:nvSpPr>
        <p:spPr>
          <a:xfrm>
            <a:off x="617460" y="2747815"/>
            <a:ext cx="5207196" cy="2263778"/>
          </a:xfrm>
        </p:spPr>
        <p:txBody>
          <a:bodyPr>
            <a:normAutofit/>
          </a:bodyPr>
          <a:lstStyle>
            <a:lvl1pPr>
              <a:lnSpc>
                <a:spcPct val="80000"/>
              </a:lnSpc>
              <a:defRPr sz="6100">
                <a:solidFill>
                  <a:schemeClr val="tx2"/>
                </a:solidFill>
              </a:defRPr>
            </a:lvl1pPr>
          </a:lstStyle>
          <a:p>
            <a:r>
              <a:rPr lang="en-US"/>
              <a:t>Presentation Title Slide Option 1b</a:t>
            </a:r>
          </a:p>
        </p:txBody>
      </p:sp>
      <p:pic>
        <p:nvPicPr>
          <p:cNvPr id="2" name="Picture 1" descr="U.S. Centers for Disease Control and Prevention">
            <a:extLst>
              <a:ext uri="{FF2B5EF4-FFF2-40B4-BE49-F238E27FC236}">
                <a16:creationId xmlns:a16="http://schemas.microsoft.com/office/drawing/2014/main" id="{81630437-5014-D771-53BC-AC3D66E3FE92}"/>
              </a:ext>
            </a:extLst>
          </p:cNvPr>
          <p:cNvPicPr>
            <a:picLocks noGrp="1" noRot="1" noChangeAspect="1" noMove="1" noResize="1" noEditPoints="1" noAdjustHandles="1" noChangeArrowheads="1" noChangeShapeType="1" noCrop="1"/>
          </p:cNvPicPr>
          <p:nvPr userDrawn="1"/>
        </p:nvPicPr>
        <p:blipFill>
          <a:blip r:embed="rId2"/>
          <a:stretch>
            <a:fillRect/>
          </a:stretch>
        </p:blipFill>
        <p:spPr>
          <a:xfrm>
            <a:off x="617459" y="665609"/>
            <a:ext cx="1445079" cy="914400"/>
          </a:xfrm>
          <a:prstGeom prst="rect">
            <a:avLst/>
          </a:prstGeom>
        </p:spPr>
      </p:pic>
      <p:pic>
        <p:nvPicPr>
          <p:cNvPr id="5" name="Picture 4" descr="U.S. Centers for Disease Control and Prevention">
            <a:extLst>
              <a:ext uri="{FF2B5EF4-FFF2-40B4-BE49-F238E27FC236}">
                <a16:creationId xmlns:a16="http://schemas.microsoft.com/office/drawing/2014/main" id="{60DBAF97-C74B-8C2C-937D-C2942AA613D0}"/>
              </a:ext>
            </a:extLst>
          </p:cNvPr>
          <p:cNvPicPr>
            <a:picLocks noChangeAspect="1"/>
          </p:cNvPicPr>
          <p:nvPr userDrawn="1"/>
        </p:nvPicPr>
        <p:blipFill>
          <a:blip r:embed="rId2"/>
          <a:stretch>
            <a:fillRect/>
          </a:stretch>
        </p:blipFill>
        <p:spPr>
          <a:xfrm>
            <a:off x="617459" y="665609"/>
            <a:ext cx="1445079" cy="914400"/>
          </a:xfrm>
          <a:prstGeom prst="rect">
            <a:avLst/>
          </a:prstGeom>
        </p:spPr>
      </p:pic>
      <p:sp>
        <p:nvSpPr>
          <p:cNvPr id="50" name="Text Placeholder 49">
            <a:extLst>
              <a:ext uri="{FF2B5EF4-FFF2-40B4-BE49-F238E27FC236}">
                <a16:creationId xmlns:a16="http://schemas.microsoft.com/office/drawing/2014/main" id="{1097355A-6774-CB79-07F1-E9852F1F9CA2}"/>
              </a:ext>
            </a:extLst>
          </p:cNvPr>
          <p:cNvSpPr>
            <a:spLocks noGrp="1"/>
          </p:cNvSpPr>
          <p:nvPr>
            <p:ph type="body" sz="quarter" idx="12" hasCustomPrompt="1"/>
          </p:nvPr>
        </p:nvSpPr>
        <p:spPr>
          <a:xfrm>
            <a:off x="617460" y="2220699"/>
            <a:ext cx="5207196" cy="277780"/>
          </a:xfrm>
          <a:prstGeom prst="rect">
            <a:avLst/>
          </a:prstGeom>
        </p:spPr>
        <p:txBody>
          <a:bodyPr>
            <a:noAutofit/>
          </a:bodyPr>
          <a:lstStyle>
            <a:lvl1pPr marL="0" indent="0">
              <a:lnSpc>
                <a:spcPct val="100000"/>
              </a:lnSpc>
              <a:buNone/>
              <a:defRPr sz="2000" b="0" i="0">
                <a:latin typeface="Roboto Medium" panose="02000000000000000000" pitchFamily="2" charset="0"/>
                <a:ea typeface="Roboto Medium" panose="02000000000000000000" pitchFamily="2" charset="0"/>
              </a:defRPr>
            </a:lvl1pPr>
          </a:lstStyle>
          <a:p>
            <a:pPr lvl="0"/>
            <a:r>
              <a:rPr lang="en-US"/>
              <a:t>Subhead Goes Here</a:t>
            </a:r>
          </a:p>
        </p:txBody>
      </p:sp>
      <p:sp>
        <p:nvSpPr>
          <p:cNvPr id="10" name="Text Placeholder 9">
            <a:extLst>
              <a:ext uri="{FF2B5EF4-FFF2-40B4-BE49-F238E27FC236}">
                <a16:creationId xmlns:a16="http://schemas.microsoft.com/office/drawing/2014/main" id="{2B688248-B5A8-1409-E546-B3E021EFEF58}"/>
              </a:ext>
            </a:extLst>
          </p:cNvPr>
          <p:cNvSpPr>
            <a:spLocks noGrp="1"/>
          </p:cNvSpPr>
          <p:nvPr>
            <p:ph type="body" sz="quarter" idx="13" hasCustomPrompt="1"/>
          </p:nvPr>
        </p:nvSpPr>
        <p:spPr>
          <a:xfrm>
            <a:off x="1793970" y="5199063"/>
            <a:ext cx="4033465" cy="273197"/>
          </a:xfrm>
        </p:spPr>
        <p:txBody>
          <a:bodyPr/>
          <a:lstStyle>
            <a:lvl1pPr marL="0" indent="0">
              <a:buNone/>
              <a:defRPr lang="en-US" sz="2000" dirty="0"/>
            </a:lvl1pPr>
          </a:lstStyle>
          <a:p>
            <a:r>
              <a:rPr lang="en-US">
                <a:latin typeface="+mj-lt"/>
              </a:rPr>
              <a:t>Name of Presenter</a:t>
            </a:r>
          </a:p>
        </p:txBody>
      </p:sp>
      <p:sp>
        <p:nvSpPr>
          <p:cNvPr id="19" name="Text Placeholder 49">
            <a:extLst>
              <a:ext uri="{FF2B5EF4-FFF2-40B4-BE49-F238E27FC236}">
                <a16:creationId xmlns:a16="http://schemas.microsoft.com/office/drawing/2014/main" id="{CF2B82EB-1B8A-9AB1-DC59-99649350EBF8}"/>
              </a:ext>
            </a:extLst>
          </p:cNvPr>
          <p:cNvSpPr>
            <a:spLocks noGrp="1"/>
          </p:cNvSpPr>
          <p:nvPr>
            <p:ph type="body" sz="quarter" idx="14" hasCustomPrompt="1"/>
          </p:nvPr>
        </p:nvSpPr>
        <p:spPr>
          <a:xfrm>
            <a:off x="1813805" y="5496293"/>
            <a:ext cx="4013630" cy="937504"/>
          </a:xfrm>
          <a:prstGeom prst="rect">
            <a:avLst/>
          </a:prstGeom>
        </p:spPr>
        <p:txBody>
          <a:bodyPr>
            <a:noAutofit/>
          </a:bodyPr>
          <a:lstStyle>
            <a:lvl1pPr marL="0" indent="0">
              <a:lnSpc>
                <a:spcPct val="100000"/>
              </a:lnSpc>
              <a:spcBef>
                <a:spcPts val="0"/>
              </a:spcBef>
              <a:buNone/>
              <a:defRPr sz="1600" b="0" i="1">
                <a:solidFill>
                  <a:schemeClr val="tx1"/>
                </a:solidFill>
                <a:latin typeface="Nunito Sans Normal" pitchFamily="2" charset="77"/>
                <a:ea typeface="Roboto Medium" panose="02000000000000000000" pitchFamily="2" charset="0"/>
              </a:defRPr>
            </a:lvl1pPr>
          </a:lstStyle>
          <a:p>
            <a:pPr lvl="0"/>
            <a:r>
              <a:rPr lang="en-US"/>
              <a:t>Job Title</a:t>
            </a:r>
          </a:p>
          <a:p>
            <a:pPr lvl="0"/>
            <a:r>
              <a:rPr lang="en-US"/>
              <a:t>Division</a:t>
            </a:r>
          </a:p>
          <a:p>
            <a:pPr lvl="0"/>
            <a:r>
              <a:rPr lang="en-US"/>
              <a:t>Center/Institute/Office</a:t>
            </a:r>
          </a:p>
          <a:p>
            <a:pPr lvl="0"/>
            <a:r>
              <a:rPr lang="en-US"/>
              <a:t>Date of Presentation</a:t>
            </a:r>
          </a:p>
        </p:txBody>
      </p:sp>
      <p:sp>
        <p:nvSpPr>
          <p:cNvPr id="21" name="Picture Placeholder 7" descr="Profile picture of presenter">
            <a:extLst>
              <a:ext uri="{FF2B5EF4-FFF2-40B4-BE49-F238E27FC236}">
                <a16:creationId xmlns:a16="http://schemas.microsoft.com/office/drawing/2014/main" id="{AD5D8931-20DF-B271-1548-678C615D73BD}"/>
              </a:ext>
            </a:extLst>
          </p:cNvPr>
          <p:cNvSpPr>
            <a:spLocks noGrp="1"/>
          </p:cNvSpPr>
          <p:nvPr>
            <p:ph type="pic" sz="quarter" idx="10"/>
          </p:nvPr>
        </p:nvSpPr>
        <p:spPr>
          <a:xfrm>
            <a:off x="619956" y="5172455"/>
            <a:ext cx="1019938" cy="1019937"/>
          </a:xfrm>
          <a:custGeom>
            <a:avLst/>
            <a:gdLst>
              <a:gd name="connsiteX0" fmla="*/ 1672045 w 3344091"/>
              <a:gd name="connsiteY0" fmla="*/ 0 h 3344091"/>
              <a:gd name="connsiteX1" fmla="*/ 3344091 w 3344091"/>
              <a:gd name="connsiteY1" fmla="*/ 1672046 h 3344091"/>
              <a:gd name="connsiteX2" fmla="*/ 1672045 w 3344091"/>
              <a:gd name="connsiteY2" fmla="*/ 3344091 h 3344091"/>
              <a:gd name="connsiteX3" fmla="*/ 0 w 3344091"/>
              <a:gd name="connsiteY3" fmla="*/ 1672046 h 3344091"/>
              <a:gd name="connsiteX4" fmla="*/ 1672045 w 3344091"/>
              <a:gd name="connsiteY4" fmla="*/ 0 h 33440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44091" h="3344091">
                <a:moveTo>
                  <a:pt x="1672045" y="0"/>
                </a:moveTo>
                <a:cubicBezTo>
                  <a:pt x="2595492" y="0"/>
                  <a:pt x="3344091" y="748601"/>
                  <a:pt x="3344091" y="1672046"/>
                </a:cubicBezTo>
                <a:cubicBezTo>
                  <a:pt x="3344091" y="2595490"/>
                  <a:pt x="2595492" y="3344091"/>
                  <a:pt x="1672045" y="3344091"/>
                </a:cubicBezTo>
                <a:cubicBezTo>
                  <a:pt x="748601" y="3344091"/>
                  <a:pt x="0" y="2595490"/>
                  <a:pt x="0" y="1672046"/>
                </a:cubicBezTo>
                <a:cubicBezTo>
                  <a:pt x="0" y="748601"/>
                  <a:pt x="748601" y="0"/>
                  <a:pt x="1672045" y="0"/>
                </a:cubicBezTo>
                <a:close/>
              </a:path>
            </a:pathLst>
          </a:custGeom>
          <a:pattFill prst="pct5">
            <a:fgClr>
              <a:schemeClr val="accent1"/>
            </a:fgClr>
            <a:bgClr>
              <a:schemeClr val="bg1"/>
            </a:bgClr>
          </a:pattFill>
        </p:spPr>
        <p:txBody>
          <a:bodyPr wrap="square">
            <a:noAutofit/>
          </a:bodyPr>
          <a:lstStyle>
            <a:lvl1pPr>
              <a:defRPr sz="1200"/>
            </a:lvl1pPr>
          </a:lstStyle>
          <a:p>
            <a:r>
              <a:rPr lang="en-US"/>
              <a:t>Click icon to add picture</a:t>
            </a:r>
          </a:p>
        </p:txBody>
      </p:sp>
      <p:sp>
        <p:nvSpPr>
          <p:cNvPr id="9" name="Picture Placeholder 8">
            <a:extLst>
              <a:ext uri="{FF2B5EF4-FFF2-40B4-BE49-F238E27FC236}">
                <a16:creationId xmlns:a16="http://schemas.microsoft.com/office/drawing/2014/main" id="{B5204AFC-4231-6F7E-F83D-545A11CB33CD}"/>
              </a:ext>
            </a:extLst>
          </p:cNvPr>
          <p:cNvSpPr>
            <a:spLocks noGrp="1"/>
          </p:cNvSpPr>
          <p:nvPr>
            <p:ph type="pic" sz="quarter" idx="11"/>
          </p:nvPr>
        </p:nvSpPr>
        <p:spPr>
          <a:xfrm>
            <a:off x="6367346" y="198782"/>
            <a:ext cx="5824654" cy="5958478"/>
          </a:xfrm>
          <a:custGeom>
            <a:avLst/>
            <a:gdLst>
              <a:gd name="connsiteX0" fmla="*/ 0 w 5824654"/>
              <a:gd name="connsiteY0" fmla="*/ 0 h 5958478"/>
              <a:gd name="connsiteX1" fmla="*/ 5824654 w 5824654"/>
              <a:gd name="connsiteY1" fmla="*/ 0 h 5958478"/>
              <a:gd name="connsiteX2" fmla="*/ 5824654 w 5824654"/>
              <a:gd name="connsiteY2" fmla="*/ 5958478 h 5958478"/>
              <a:gd name="connsiteX3" fmla="*/ 275623 w 5824654"/>
              <a:gd name="connsiteY3" fmla="*/ 5958478 h 5958478"/>
              <a:gd name="connsiteX4" fmla="*/ 0 w 5824654"/>
              <a:gd name="connsiteY4" fmla="*/ 5682855 h 59584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824654" h="5958478">
                <a:moveTo>
                  <a:pt x="0" y="0"/>
                </a:moveTo>
                <a:lnTo>
                  <a:pt x="5824654" y="0"/>
                </a:lnTo>
                <a:lnTo>
                  <a:pt x="5824654" y="5958478"/>
                </a:lnTo>
                <a:lnTo>
                  <a:pt x="275623" y="5958478"/>
                </a:lnTo>
                <a:cubicBezTo>
                  <a:pt x="123401" y="5958478"/>
                  <a:pt x="0" y="5835077"/>
                  <a:pt x="0" y="5682855"/>
                </a:cubicBezTo>
                <a:close/>
              </a:path>
            </a:pathLst>
          </a:custGeom>
          <a:pattFill prst="pct5">
            <a:fgClr>
              <a:schemeClr val="accent1"/>
            </a:fgClr>
            <a:bgClr>
              <a:schemeClr val="bg1"/>
            </a:bgClr>
          </a:pattFill>
        </p:spPr>
        <p:txBody>
          <a:bodyPr wrap="square">
            <a:noAutofit/>
          </a:bodyPr>
          <a:lstStyle/>
          <a:p>
            <a:r>
              <a:rPr lang="en-US"/>
              <a:t>Click icon to add picture</a:t>
            </a:r>
          </a:p>
        </p:txBody>
      </p:sp>
      <p:sp>
        <p:nvSpPr>
          <p:cNvPr id="3" name="Rectangle 2">
            <a:extLst>
              <a:ext uri="{FF2B5EF4-FFF2-40B4-BE49-F238E27FC236}">
                <a16:creationId xmlns:a16="http://schemas.microsoft.com/office/drawing/2014/main" id="{DB008774-EA65-7D99-CC86-EA00A32DBD6F}"/>
              </a:ext>
              <a:ext uri="{C183D7F6-B498-43B3-948B-1728B52AA6E4}">
                <adec:decorative xmlns:adec="http://schemas.microsoft.com/office/drawing/2017/decorative" val="1"/>
              </a:ext>
            </a:extLst>
          </p:cNvPr>
          <p:cNvSpPr/>
          <p:nvPr userDrawn="1"/>
        </p:nvSpPr>
        <p:spPr>
          <a:xfrm>
            <a:off x="0" y="1"/>
            <a:ext cx="12192000" cy="198783"/>
          </a:xfrm>
          <a:prstGeom prst="rect">
            <a:avLst/>
          </a:prstGeom>
          <a:gradFill flip="none" rotWithShape="1">
            <a:gsLst>
              <a:gs pos="100000">
                <a:schemeClr val="accent5"/>
              </a:gs>
              <a:gs pos="0">
                <a:schemeClr val="accent6"/>
              </a:gs>
            </a:gsLst>
            <a:lin ang="0" scaled="0"/>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5" name="Rectangle 14">
            <a:extLst>
              <a:ext uri="{FF2B5EF4-FFF2-40B4-BE49-F238E27FC236}">
                <a16:creationId xmlns:a16="http://schemas.microsoft.com/office/drawing/2014/main" id="{5E998D9A-B02E-C4D4-F4FA-AA1D9573FF36}"/>
              </a:ext>
              <a:ext uri="{C183D7F6-B498-43B3-948B-1728B52AA6E4}">
                <adec:decorative xmlns:adec="http://schemas.microsoft.com/office/drawing/2017/decorative" val="1"/>
              </a:ext>
            </a:extLst>
          </p:cNvPr>
          <p:cNvSpPr/>
          <p:nvPr/>
        </p:nvSpPr>
        <p:spPr>
          <a:xfrm>
            <a:off x="0" y="1"/>
            <a:ext cx="12192000" cy="198783"/>
          </a:xfrm>
          <a:prstGeom prst="rect">
            <a:avLst/>
          </a:prstGeom>
          <a:gradFill flip="none" rotWithShape="1">
            <a:gsLst>
              <a:gs pos="100000">
                <a:schemeClr val="accent5"/>
              </a:gs>
              <a:gs pos="0">
                <a:schemeClr val="accent6"/>
              </a:gs>
            </a:gsLst>
            <a:lin ang="0" scaled="0"/>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a:p>
        </p:txBody>
      </p:sp>
    </p:spTree>
    <p:extLst>
      <p:ext uri="{BB962C8B-B14F-4D97-AF65-F5344CB8AC3E}">
        <p14:creationId xmlns:p14="http://schemas.microsoft.com/office/powerpoint/2010/main" val="3119988738"/>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_5">
    <p:bg>
      <p:bgPr>
        <a:solidFill>
          <a:schemeClr val="tx2"/>
        </a:solidFill>
        <a:effectLst/>
      </p:bgPr>
    </p:bg>
    <p:spTree>
      <p:nvGrpSpPr>
        <p:cNvPr id="1" name=""/>
        <p:cNvGrpSpPr/>
        <p:nvPr/>
      </p:nvGrpSpPr>
      <p:grpSpPr>
        <a:xfrm>
          <a:off x="0" y="0"/>
          <a:ext cx="0" cy="0"/>
          <a:chOff x="0" y="0"/>
          <a:chExt cx="0" cy="0"/>
        </a:xfrm>
      </p:grpSpPr>
      <p:sp>
        <p:nvSpPr>
          <p:cNvPr id="46" name="Title 45">
            <a:extLst>
              <a:ext uri="{FF2B5EF4-FFF2-40B4-BE49-F238E27FC236}">
                <a16:creationId xmlns:a16="http://schemas.microsoft.com/office/drawing/2014/main" id="{2AAA61E1-C59C-1C7A-FAB7-DC43AA5A391A}"/>
              </a:ext>
            </a:extLst>
          </p:cNvPr>
          <p:cNvSpPr>
            <a:spLocks noGrp="1"/>
          </p:cNvSpPr>
          <p:nvPr>
            <p:ph type="title" hasCustomPrompt="1"/>
          </p:nvPr>
        </p:nvSpPr>
        <p:spPr>
          <a:xfrm>
            <a:off x="617458" y="2747815"/>
            <a:ext cx="5207193" cy="2263778"/>
          </a:xfrm>
        </p:spPr>
        <p:txBody>
          <a:bodyPr>
            <a:normAutofit/>
          </a:bodyPr>
          <a:lstStyle>
            <a:lvl1pPr>
              <a:lnSpc>
                <a:spcPct val="80000"/>
              </a:lnSpc>
              <a:defRPr sz="6100">
                <a:solidFill>
                  <a:schemeClr val="bg1"/>
                </a:solidFill>
              </a:defRPr>
            </a:lvl1pPr>
          </a:lstStyle>
          <a:p>
            <a:r>
              <a:rPr lang="en-US"/>
              <a:t>Presentation Title Slide Option 2a</a:t>
            </a:r>
          </a:p>
        </p:txBody>
      </p:sp>
      <p:pic>
        <p:nvPicPr>
          <p:cNvPr id="2" name="Picture 1" descr="U.S. Centers for Disease Control and Prevention">
            <a:extLst>
              <a:ext uri="{FF2B5EF4-FFF2-40B4-BE49-F238E27FC236}">
                <a16:creationId xmlns:a16="http://schemas.microsoft.com/office/drawing/2014/main" id="{BBAB3215-717B-42CA-9E19-684398DFE9AF}"/>
              </a:ext>
            </a:extLst>
          </p:cNvPr>
          <p:cNvPicPr>
            <a:picLocks noGrp="1" noRot="1" noChangeAspect="1" noMove="1" noResize="1" noEditPoints="1" noAdjustHandles="1" noChangeArrowheads="1" noChangeShapeType="1" noCrop="1"/>
          </p:cNvPicPr>
          <p:nvPr userDrawn="1"/>
        </p:nvPicPr>
        <p:blipFill>
          <a:blip r:embed="rId2"/>
          <a:stretch>
            <a:fillRect/>
          </a:stretch>
        </p:blipFill>
        <p:spPr>
          <a:xfrm>
            <a:off x="617459" y="665609"/>
            <a:ext cx="1445079" cy="914400"/>
          </a:xfrm>
          <a:prstGeom prst="rect">
            <a:avLst/>
          </a:prstGeom>
        </p:spPr>
      </p:pic>
      <p:pic>
        <p:nvPicPr>
          <p:cNvPr id="3" name="Picture 2" descr="U.S. Centers for Disease Control and Prevention">
            <a:extLst>
              <a:ext uri="{FF2B5EF4-FFF2-40B4-BE49-F238E27FC236}">
                <a16:creationId xmlns:a16="http://schemas.microsoft.com/office/drawing/2014/main" id="{1EE03C7F-7F6B-8E0F-0E2B-8D12E7D1C041}"/>
              </a:ext>
            </a:extLst>
          </p:cNvPr>
          <p:cNvPicPr>
            <a:picLocks noChangeAspect="1"/>
          </p:cNvPicPr>
          <p:nvPr/>
        </p:nvPicPr>
        <p:blipFill>
          <a:blip r:embed="rId2"/>
          <a:stretch>
            <a:fillRect/>
          </a:stretch>
        </p:blipFill>
        <p:spPr>
          <a:xfrm>
            <a:off x="617459" y="665609"/>
            <a:ext cx="1445079" cy="914400"/>
          </a:xfrm>
          <a:prstGeom prst="rect">
            <a:avLst/>
          </a:prstGeom>
        </p:spPr>
      </p:pic>
      <p:sp>
        <p:nvSpPr>
          <p:cNvPr id="50" name="Text Placeholder 49">
            <a:extLst>
              <a:ext uri="{FF2B5EF4-FFF2-40B4-BE49-F238E27FC236}">
                <a16:creationId xmlns:a16="http://schemas.microsoft.com/office/drawing/2014/main" id="{1097355A-6774-CB79-07F1-E9852F1F9CA2}"/>
              </a:ext>
            </a:extLst>
          </p:cNvPr>
          <p:cNvSpPr>
            <a:spLocks noGrp="1"/>
          </p:cNvSpPr>
          <p:nvPr>
            <p:ph type="body" sz="quarter" idx="12" hasCustomPrompt="1"/>
          </p:nvPr>
        </p:nvSpPr>
        <p:spPr>
          <a:xfrm>
            <a:off x="617458" y="2220699"/>
            <a:ext cx="5207193" cy="277780"/>
          </a:xfrm>
          <a:prstGeom prst="rect">
            <a:avLst/>
          </a:prstGeom>
        </p:spPr>
        <p:txBody>
          <a:bodyPr>
            <a:noAutofit/>
          </a:bodyPr>
          <a:lstStyle>
            <a:lvl1pPr marL="0" indent="0">
              <a:lnSpc>
                <a:spcPct val="100000"/>
              </a:lnSpc>
              <a:buNone/>
              <a:defRPr sz="2000" b="0" i="0">
                <a:solidFill>
                  <a:srgbClr val="FCCF85"/>
                </a:solidFill>
                <a:latin typeface="Roboto Medium" panose="02000000000000000000" pitchFamily="2" charset="0"/>
                <a:ea typeface="Roboto Medium" panose="02000000000000000000" pitchFamily="2" charset="0"/>
              </a:defRPr>
            </a:lvl1pPr>
          </a:lstStyle>
          <a:p>
            <a:pPr lvl="0"/>
            <a:r>
              <a:rPr lang="en-US"/>
              <a:t>Subhead Goes Here</a:t>
            </a:r>
          </a:p>
        </p:txBody>
      </p:sp>
      <p:sp>
        <p:nvSpPr>
          <p:cNvPr id="6" name="Text Placeholder 9">
            <a:extLst>
              <a:ext uri="{FF2B5EF4-FFF2-40B4-BE49-F238E27FC236}">
                <a16:creationId xmlns:a16="http://schemas.microsoft.com/office/drawing/2014/main" id="{C8805A6E-F780-87DD-C44E-50EB8C791A9F}"/>
              </a:ext>
            </a:extLst>
          </p:cNvPr>
          <p:cNvSpPr>
            <a:spLocks noGrp="1"/>
          </p:cNvSpPr>
          <p:nvPr>
            <p:ph type="body" sz="quarter" idx="13" hasCustomPrompt="1"/>
          </p:nvPr>
        </p:nvSpPr>
        <p:spPr>
          <a:xfrm>
            <a:off x="1793970" y="5199063"/>
            <a:ext cx="4033465" cy="273197"/>
          </a:xfrm>
        </p:spPr>
        <p:txBody>
          <a:bodyPr/>
          <a:lstStyle>
            <a:lvl1pPr marL="0" indent="0">
              <a:buNone/>
              <a:defRPr lang="en-US" sz="2000" dirty="0">
                <a:solidFill>
                  <a:schemeClr val="bg1"/>
                </a:solidFill>
              </a:defRPr>
            </a:lvl1pPr>
          </a:lstStyle>
          <a:p>
            <a:r>
              <a:rPr lang="en-US">
                <a:latin typeface="+mj-lt"/>
              </a:rPr>
              <a:t>Name of Presenter</a:t>
            </a:r>
          </a:p>
        </p:txBody>
      </p:sp>
      <p:sp>
        <p:nvSpPr>
          <p:cNvPr id="7" name="Text Placeholder 49">
            <a:extLst>
              <a:ext uri="{FF2B5EF4-FFF2-40B4-BE49-F238E27FC236}">
                <a16:creationId xmlns:a16="http://schemas.microsoft.com/office/drawing/2014/main" id="{F6179D83-25DC-CA18-9F56-4494FF95A6DB}"/>
              </a:ext>
            </a:extLst>
          </p:cNvPr>
          <p:cNvSpPr>
            <a:spLocks noGrp="1"/>
          </p:cNvSpPr>
          <p:nvPr>
            <p:ph type="body" sz="quarter" idx="14" hasCustomPrompt="1"/>
          </p:nvPr>
        </p:nvSpPr>
        <p:spPr>
          <a:xfrm>
            <a:off x="1813805" y="5496293"/>
            <a:ext cx="4013630" cy="937504"/>
          </a:xfrm>
          <a:prstGeom prst="rect">
            <a:avLst/>
          </a:prstGeom>
        </p:spPr>
        <p:txBody>
          <a:bodyPr>
            <a:noAutofit/>
          </a:bodyPr>
          <a:lstStyle>
            <a:lvl1pPr marL="0" indent="0">
              <a:lnSpc>
                <a:spcPct val="100000"/>
              </a:lnSpc>
              <a:spcBef>
                <a:spcPts val="0"/>
              </a:spcBef>
              <a:buNone/>
              <a:defRPr sz="1600" b="0" i="1">
                <a:solidFill>
                  <a:schemeClr val="bg1"/>
                </a:solidFill>
                <a:latin typeface="Nunito Sans Normal" pitchFamily="2" charset="77"/>
                <a:ea typeface="Roboto Medium" panose="02000000000000000000" pitchFamily="2" charset="0"/>
              </a:defRPr>
            </a:lvl1pPr>
          </a:lstStyle>
          <a:p>
            <a:pPr lvl="0"/>
            <a:r>
              <a:rPr lang="en-US"/>
              <a:t>Job Title</a:t>
            </a:r>
          </a:p>
          <a:p>
            <a:pPr lvl="0"/>
            <a:r>
              <a:rPr lang="en-US"/>
              <a:t>Division</a:t>
            </a:r>
          </a:p>
          <a:p>
            <a:pPr lvl="0"/>
            <a:r>
              <a:rPr lang="en-US"/>
              <a:t>Center/Institute/Office</a:t>
            </a:r>
          </a:p>
          <a:p>
            <a:pPr lvl="0"/>
            <a:r>
              <a:rPr lang="en-US"/>
              <a:t>Date of Presentation</a:t>
            </a:r>
          </a:p>
        </p:txBody>
      </p:sp>
      <p:sp>
        <p:nvSpPr>
          <p:cNvPr id="4" name="Picture Placeholder 7" descr="Profile picture of presenter">
            <a:extLst>
              <a:ext uri="{FF2B5EF4-FFF2-40B4-BE49-F238E27FC236}">
                <a16:creationId xmlns:a16="http://schemas.microsoft.com/office/drawing/2014/main" id="{EC562CDF-C46A-5583-A88D-65D7D5E8D4FF}"/>
              </a:ext>
            </a:extLst>
          </p:cNvPr>
          <p:cNvSpPr>
            <a:spLocks noGrp="1"/>
          </p:cNvSpPr>
          <p:nvPr>
            <p:ph type="pic" sz="quarter" idx="10"/>
          </p:nvPr>
        </p:nvSpPr>
        <p:spPr>
          <a:xfrm>
            <a:off x="619956" y="5172455"/>
            <a:ext cx="1019938" cy="1019937"/>
          </a:xfrm>
          <a:custGeom>
            <a:avLst/>
            <a:gdLst>
              <a:gd name="connsiteX0" fmla="*/ 1672045 w 3344091"/>
              <a:gd name="connsiteY0" fmla="*/ 0 h 3344091"/>
              <a:gd name="connsiteX1" fmla="*/ 3344091 w 3344091"/>
              <a:gd name="connsiteY1" fmla="*/ 1672046 h 3344091"/>
              <a:gd name="connsiteX2" fmla="*/ 1672045 w 3344091"/>
              <a:gd name="connsiteY2" fmla="*/ 3344091 h 3344091"/>
              <a:gd name="connsiteX3" fmla="*/ 0 w 3344091"/>
              <a:gd name="connsiteY3" fmla="*/ 1672046 h 3344091"/>
              <a:gd name="connsiteX4" fmla="*/ 1672045 w 3344091"/>
              <a:gd name="connsiteY4" fmla="*/ 0 h 33440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44091" h="3344091">
                <a:moveTo>
                  <a:pt x="1672045" y="0"/>
                </a:moveTo>
                <a:cubicBezTo>
                  <a:pt x="2595492" y="0"/>
                  <a:pt x="3344091" y="748601"/>
                  <a:pt x="3344091" y="1672046"/>
                </a:cubicBezTo>
                <a:cubicBezTo>
                  <a:pt x="3344091" y="2595490"/>
                  <a:pt x="2595492" y="3344091"/>
                  <a:pt x="1672045" y="3344091"/>
                </a:cubicBezTo>
                <a:cubicBezTo>
                  <a:pt x="748601" y="3344091"/>
                  <a:pt x="0" y="2595490"/>
                  <a:pt x="0" y="1672046"/>
                </a:cubicBezTo>
                <a:cubicBezTo>
                  <a:pt x="0" y="748601"/>
                  <a:pt x="748601" y="0"/>
                  <a:pt x="1672045" y="0"/>
                </a:cubicBezTo>
                <a:close/>
              </a:path>
            </a:pathLst>
          </a:custGeom>
          <a:pattFill prst="pct5">
            <a:fgClr>
              <a:schemeClr val="accent1"/>
            </a:fgClr>
            <a:bgClr>
              <a:schemeClr val="bg1"/>
            </a:bgClr>
          </a:pattFill>
        </p:spPr>
        <p:txBody>
          <a:bodyPr wrap="square">
            <a:noAutofit/>
          </a:bodyPr>
          <a:lstStyle>
            <a:lvl1pPr>
              <a:defRPr sz="1200"/>
            </a:lvl1pPr>
          </a:lstStyle>
          <a:p>
            <a:r>
              <a:rPr lang="en-US"/>
              <a:t>Click icon to add picture</a:t>
            </a:r>
          </a:p>
        </p:txBody>
      </p:sp>
      <p:sp>
        <p:nvSpPr>
          <p:cNvPr id="5" name="Picture Placeholder 4">
            <a:extLst>
              <a:ext uri="{FF2B5EF4-FFF2-40B4-BE49-F238E27FC236}">
                <a16:creationId xmlns:a16="http://schemas.microsoft.com/office/drawing/2014/main" id="{B8C8EC6E-9D7D-3B8B-CB18-03194606BDCA}"/>
              </a:ext>
            </a:extLst>
          </p:cNvPr>
          <p:cNvSpPr>
            <a:spLocks noGrp="1"/>
          </p:cNvSpPr>
          <p:nvPr>
            <p:ph type="pic" sz="quarter" idx="11"/>
          </p:nvPr>
        </p:nvSpPr>
        <p:spPr>
          <a:xfrm>
            <a:off x="6367350" y="1"/>
            <a:ext cx="5824652" cy="6157257"/>
          </a:xfrm>
          <a:custGeom>
            <a:avLst/>
            <a:gdLst>
              <a:gd name="connsiteX0" fmla="*/ 0 w 5824653"/>
              <a:gd name="connsiteY0" fmla="*/ 0 h 6157257"/>
              <a:gd name="connsiteX1" fmla="*/ 5824653 w 5824653"/>
              <a:gd name="connsiteY1" fmla="*/ 0 h 6157257"/>
              <a:gd name="connsiteX2" fmla="*/ 5824653 w 5824653"/>
              <a:gd name="connsiteY2" fmla="*/ 6157257 h 6157257"/>
              <a:gd name="connsiteX3" fmla="*/ 282561 w 5824653"/>
              <a:gd name="connsiteY3" fmla="*/ 6157257 h 6157257"/>
              <a:gd name="connsiteX4" fmla="*/ 0 w 5824653"/>
              <a:gd name="connsiteY4" fmla="*/ 5864407 h 615725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824653" h="6157257">
                <a:moveTo>
                  <a:pt x="0" y="0"/>
                </a:moveTo>
                <a:lnTo>
                  <a:pt x="5824653" y="0"/>
                </a:lnTo>
                <a:lnTo>
                  <a:pt x="5824653" y="6157257"/>
                </a:lnTo>
                <a:lnTo>
                  <a:pt x="282561" y="6157257"/>
                </a:lnTo>
                <a:cubicBezTo>
                  <a:pt x="126507" y="6157257"/>
                  <a:pt x="0" y="6026143"/>
                  <a:pt x="0" y="5864407"/>
                </a:cubicBezTo>
                <a:close/>
              </a:path>
            </a:pathLst>
          </a:custGeom>
          <a:pattFill prst="pct5">
            <a:fgClr>
              <a:schemeClr val="accent1"/>
            </a:fgClr>
            <a:bgClr>
              <a:schemeClr val="bg1"/>
            </a:bgClr>
          </a:pattFill>
        </p:spPr>
        <p:txBody>
          <a:bodyPr wrap="square">
            <a:noAutofit/>
          </a:bodyPr>
          <a:lstStyle/>
          <a:p>
            <a:r>
              <a:rPr lang="en-US"/>
              <a:t>Click icon to add picture</a:t>
            </a:r>
          </a:p>
        </p:txBody>
      </p:sp>
    </p:spTree>
    <p:extLst>
      <p:ext uri="{BB962C8B-B14F-4D97-AF65-F5344CB8AC3E}">
        <p14:creationId xmlns:p14="http://schemas.microsoft.com/office/powerpoint/2010/main" val="918833015"/>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_4">
    <p:bg>
      <p:bgPr>
        <a:solidFill>
          <a:schemeClr val="tx1"/>
        </a:solidFill>
        <a:effectLst/>
      </p:bgPr>
    </p:bg>
    <p:spTree>
      <p:nvGrpSpPr>
        <p:cNvPr id="1" name=""/>
        <p:cNvGrpSpPr/>
        <p:nvPr/>
      </p:nvGrpSpPr>
      <p:grpSpPr>
        <a:xfrm>
          <a:off x="0" y="0"/>
          <a:ext cx="0" cy="0"/>
          <a:chOff x="0" y="0"/>
          <a:chExt cx="0" cy="0"/>
        </a:xfrm>
      </p:grpSpPr>
      <p:sp>
        <p:nvSpPr>
          <p:cNvPr id="46" name="Title 45">
            <a:extLst>
              <a:ext uri="{FF2B5EF4-FFF2-40B4-BE49-F238E27FC236}">
                <a16:creationId xmlns:a16="http://schemas.microsoft.com/office/drawing/2014/main" id="{2AAA61E1-C59C-1C7A-FAB7-DC43AA5A391A}"/>
              </a:ext>
            </a:extLst>
          </p:cNvPr>
          <p:cNvSpPr>
            <a:spLocks noGrp="1"/>
          </p:cNvSpPr>
          <p:nvPr>
            <p:ph type="title" hasCustomPrompt="1"/>
          </p:nvPr>
        </p:nvSpPr>
        <p:spPr>
          <a:xfrm>
            <a:off x="617458" y="2747815"/>
            <a:ext cx="5207193" cy="2263778"/>
          </a:xfrm>
        </p:spPr>
        <p:txBody>
          <a:bodyPr>
            <a:normAutofit/>
          </a:bodyPr>
          <a:lstStyle>
            <a:lvl1pPr>
              <a:lnSpc>
                <a:spcPct val="80000"/>
              </a:lnSpc>
              <a:defRPr sz="6100">
                <a:solidFill>
                  <a:schemeClr val="bg1"/>
                </a:solidFill>
              </a:defRPr>
            </a:lvl1pPr>
          </a:lstStyle>
          <a:p>
            <a:r>
              <a:rPr lang="en-US"/>
              <a:t>Presentation Title Slide Option 2b</a:t>
            </a:r>
          </a:p>
        </p:txBody>
      </p:sp>
      <p:pic>
        <p:nvPicPr>
          <p:cNvPr id="2" name="Picture 1" descr="U.S. Centers for Disease Control and Prevention">
            <a:extLst>
              <a:ext uri="{FF2B5EF4-FFF2-40B4-BE49-F238E27FC236}">
                <a16:creationId xmlns:a16="http://schemas.microsoft.com/office/drawing/2014/main" id="{48FFA876-C0CC-AAF2-48A5-F29DDDCADA5E}"/>
              </a:ext>
            </a:extLst>
          </p:cNvPr>
          <p:cNvPicPr>
            <a:picLocks noGrp="1" noRot="1" noChangeAspect="1" noMove="1" noResize="1" noEditPoints="1" noAdjustHandles="1" noChangeArrowheads="1" noChangeShapeType="1" noCrop="1"/>
          </p:cNvPicPr>
          <p:nvPr userDrawn="1"/>
        </p:nvPicPr>
        <p:blipFill>
          <a:blip r:embed="rId2"/>
          <a:stretch>
            <a:fillRect/>
          </a:stretch>
        </p:blipFill>
        <p:spPr>
          <a:xfrm>
            <a:off x="617459" y="665609"/>
            <a:ext cx="1445079" cy="914400"/>
          </a:xfrm>
          <a:prstGeom prst="rect">
            <a:avLst/>
          </a:prstGeom>
        </p:spPr>
      </p:pic>
      <p:pic>
        <p:nvPicPr>
          <p:cNvPr id="3" name="Picture 2" descr="U.S. Centers for Disease Control and Prevention">
            <a:extLst>
              <a:ext uri="{FF2B5EF4-FFF2-40B4-BE49-F238E27FC236}">
                <a16:creationId xmlns:a16="http://schemas.microsoft.com/office/drawing/2014/main" id="{1EE03C7F-7F6B-8E0F-0E2B-8D12E7D1C041}"/>
              </a:ext>
            </a:extLst>
          </p:cNvPr>
          <p:cNvPicPr>
            <a:picLocks noChangeAspect="1"/>
          </p:cNvPicPr>
          <p:nvPr/>
        </p:nvPicPr>
        <p:blipFill>
          <a:blip r:embed="rId2"/>
          <a:stretch>
            <a:fillRect/>
          </a:stretch>
        </p:blipFill>
        <p:spPr>
          <a:xfrm>
            <a:off x="617459" y="665609"/>
            <a:ext cx="1445079" cy="914400"/>
          </a:xfrm>
          <a:prstGeom prst="rect">
            <a:avLst/>
          </a:prstGeom>
        </p:spPr>
      </p:pic>
      <p:sp>
        <p:nvSpPr>
          <p:cNvPr id="50" name="Text Placeholder 49">
            <a:extLst>
              <a:ext uri="{FF2B5EF4-FFF2-40B4-BE49-F238E27FC236}">
                <a16:creationId xmlns:a16="http://schemas.microsoft.com/office/drawing/2014/main" id="{1097355A-6774-CB79-07F1-E9852F1F9CA2}"/>
              </a:ext>
            </a:extLst>
          </p:cNvPr>
          <p:cNvSpPr>
            <a:spLocks noGrp="1"/>
          </p:cNvSpPr>
          <p:nvPr>
            <p:ph type="body" sz="quarter" idx="12" hasCustomPrompt="1"/>
          </p:nvPr>
        </p:nvSpPr>
        <p:spPr>
          <a:xfrm>
            <a:off x="617458" y="2220699"/>
            <a:ext cx="5207193" cy="277780"/>
          </a:xfrm>
          <a:prstGeom prst="rect">
            <a:avLst/>
          </a:prstGeom>
        </p:spPr>
        <p:txBody>
          <a:bodyPr>
            <a:noAutofit/>
          </a:bodyPr>
          <a:lstStyle>
            <a:lvl1pPr marL="0" indent="0">
              <a:lnSpc>
                <a:spcPct val="100000"/>
              </a:lnSpc>
              <a:buNone/>
              <a:defRPr sz="2000" b="0" i="0">
                <a:solidFill>
                  <a:schemeClr val="accent2"/>
                </a:solidFill>
                <a:latin typeface="Roboto Medium" panose="02000000000000000000" pitchFamily="2" charset="0"/>
                <a:ea typeface="Roboto Medium" panose="02000000000000000000" pitchFamily="2" charset="0"/>
              </a:defRPr>
            </a:lvl1pPr>
          </a:lstStyle>
          <a:p>
            <a:pPr lvl="0"/>
            <a:r>
              <a:rPr lang="en-US"/>
              <a:t>Subhead Goes Here</a:t>
            </a:r>
          </a:p>
        </p:txBody>
      </p:sp>
      <p:sp>
        <p:nvSpPr>
          <p:cNvPr id="10" name="Text Placeholder 9">
            <a:extLst>
              <a:ext uri="{FF2B5EF4-FFF2-40B4-BE49-F238E27FC236}">
                <a16:creationId xmlns:a16="http://schemas.microsoft.com/office/drawing/2014/main" id="{A9758610-2193-09A2-CC8C-5656859B24B4}"/>
              </a:ext>
            </a:extLst>
          </p:cNvPr>
          <p:cNvSpPr>
            <a:spLocks noGrp="1"/>
          </p:cNvSpPr>
          <p:nvPr>
            <p:ph type="body" sz="quarter" idx="13" hasCustomPrompt="1"/>
          </p:nvPr>
        </p:nvSpPr>
        <p:spPr>
          <a:xfrm>
            <a:off x="1793970" y="5199063"/>
            <a:ext cx="4033465" cy="273197"/>
          </a:xfrm>
        </p:spPr>
        <p:txBody>
          <a:bodyPr/>
          <a:lstStyle>
            <a:lvl1pPr marL="0" indent="0">
              <a:buNone/>
              <a:defRPr lang="en-US" sz="2000" dirty="0">
                <a:solidFill>
                  <a:schemeClr val="bg1"/>
                </a:solidFill>
              </a:defRPr>
            </a:lvl1pPr>
          </a:lstStyle>
          <a:p>
            <a:r>
              <a:rPr lang="en-US">
                <a:latin typeface="+mj-lt"/>
              </a:rPr>
              <a:t>Name of Presenter</a:t>
            </a:r>
          </a:p>
        </p:txBody>
      </p:sp>
      <p:sp>
        <p:nvSpPr>
          <p:cNvPr id="11" name="Text Placeholder 49">
            <a:extLst>
              <a:ext uri="{FF2B5EF4-FFF2-40B4-BE49-F238E27FC236}">
                <a16:creationId xmlns:a16="http://schemas.microsoft.com/office/drawing/2014/main" id="{968A452D-9DB4-C5F3-ADCD-FE6672BB187A}"/>
              </a:ext>
            </a:extLst>
          </p:cNvPr>
          <p:cNvSpPr>
            <a:spLocks noGrp="1"/>
          </p:cNvSpPr>
          <p:nvPr>
            <p:ph type="body" sz="quarter" idx="14" hasCustomPrompt="1"/>
          </p:nvPr>
        </p:nvSpPr>
        <p:spPr>
          <a:xfrm>
            <a:off x="1813805" y="5496293"/>
            <a:ext cx="4013630" cy="937504"/>
          </a:xfrm>
          <a:prstGeom prst="rect">
            <a:avLst/>
          </a:prstGeom>
        </p:spPr>
        <p:txBody>
          <a:bodyPr>
            <a:noAutofit/>
          </a:bodyPr>
          <a:lstStyle>
            <a:lvl1pPr marL="0" indent="0">
              <a:lnSpc>
                <a:spcPct val="100000"/>
              </a:lnSpc>
              <a:spcBef>
                <a:spcPts val="0"/>
              </a:spcBef>
              <a:buNone/>
              <a:defRPr sz="1600" b="0" i="1">
                <a:solidFill>
                  <a:schemeClr val="bg1"/>
                </a:solidFill>
                <a:latin typeface="Nunito Sans Normal" pitchFamily="2" charset="77"/>
                <a:ea typeface="Roboto Medium" panose="02000000000000000000" pitchFamily="2" charset="0"/>
              </a:defRPr>
            </a:lvl1pPr>
          </a:lstStyle>
          <a:p>
            <a:pPr lvl="0"/>
            <a:r>
              <a:rPr lang="en-US"/>
              <a:t>Job Title</a:t>
            </a:r>
          </a:p>
          <a:p>
            <a:pPr lvl="0"/>
            <a:r>
              <a:rPr lang="en-US"/>
              <a:t>Division</a:t>
            </a:r>
          </a:p>
          <a:p>
            <a:pPr lvl="0"/>
            <a:r>
              <a:rPr lang="en-US"/>
              <a:t>Center/Institute/Office</a:t>
            </a:r>
          </a:p>
          <a:p>
            <a:pPr lvl="0"/>
            <a:r>
              <a:rPr lang="en-US"/>
              <a:t>Date of Presentation</a:t>
            </a:r>
          </a:p>
        </p:txBody>
      </p:sp>
      <p:sp>
        <p:nvSpPr>
          <p:cNvPr id="9" name="Picture Placeholder 7" descr="Profile picture of presenter">
            <a:extLst>
              <a:ext uri="{FF2B5EF4-FFF2-40B4-BE49-F238E27FC236}">
                <a16:creationId xmlns:a16="http://schemas.microsoft.com/office/drawing/2014/main" id="{065EEC1E-C1BA-ABA0-527C-D8C5A94DD987}"/>
              </a:ext>
            </a:extLst>
          </p:cNvPr>
          <p:cNvSpPr>
            <a:spLocks noGrp="1"/>
          </p:cNvSpPr>
          <p:nvPr>
            <p:ph type="pic" sz="quarter" idx="10"/>
          </p:nvPr>
        </p:nvSpPr>
        <p:spPr>
          <a:xfrm>
            <a:off x="619956" y="5172455"/>
            <a:ext cx="1019938" cy="1019937"/>
          </a:xfrm>
          <a:custGeom>
            <a:avLst/>
            <a:gdLst>
              <a:gd name="connsiteX0" fmla="*/ 1672045 w 3344091"/>
              <a:gd name="connsiteY0" fmla="*/ 0 h 3344091"/>
              <a:gd name="connsiteX1" fmla="*/ 3344091 w 3344091"/>
              <a:gd name="connsiteY1" fmla="*/ 1672046 h 3344091"/>
              <a:gd name="connsiteX2" fmla="*/ 1672045 w 3344091"/>
              <a:gd name="connsiteY2" fmla="*/ 3344091 h 3344091"/>
              <a:gd name="connsiteX3" fmla="*/ 0 w 3344091"/>
              <a:gd name="connsiteY3" fmla="*/ 1672046 h 3344091"/>
              <a:gd name="connsiteX4" fmla="*/ 1672045 w 3344091"/>
              <a:gd name="connsiteY4" fmla="*/ 0 h 33440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44091" h="3344091">
                <a:moveTo>
                  <a:pt x="1672045" y="0"/>
                </a:moveTo>
                <a:cubicBezTo>
                  <a:pt x="2595492" y="0"/>
                  <a:pt x="3344091" y="748601"/>
                  <a:pt x="3344091" y="1672046"/>
                </a:cubicBezTo>
                <a:cubicBezTo>
                  <a:pt x="3344091" y="2595490"/>
                  <a:pt x="2595492" y="3344091"/>
                  <a:pt x="1672045" y="3344091"/>
                </a:cubicBezTo>
                <a:cubicBezTo>
                  <a:pt x="748601" y="3344091"/>
                  <a:pt x="0" y="2595490"/>
                  <a:pt x="0" y="1672046"/>
                </a:cubicBezTo>
                <a:cubicBezTo>
                  <a:pt x="0" y="748601"/>
                  <a:pt x="748601" y="0"/>
                  <a:pt x="1672045" y="0"/>
                </a:cubicBezTo>
                <a:close/>
              </a:path>
            </a:pathLst>
          </a:custGeom>
          <a:pattFill prst="pct5">
            <a:fgClr>
              <a:schemeClr val="accent1"/>
            </a:fgClr>
            <a:bgClr>
              <a:schemeClr val="bg1"/>
            </a:bgClr>
          </a:pattFill>
        </p:spPr>
        <p:txBody>
          <a:bodyPr wrap="square">
            <a:noAutofit/>
          </a:bodyPr>
          <a:lstStyle>
            <a:lvl1pPr>
              <a:defRPr sz="1200"/>
            </a:lvl1pPr>
          </a:lstStyle>
          <a:p>
            <a:r>
              <a:rPr lang="en-US"/>
              <a:t>Click icon to add picture</a:t>
            </a:r>
          </a:p>
        </p:txBody>
      </p:sp>
      <p:sp>
        <p:nvSpPr>
          <p:cNvPr id="6" name="Picture Placeholder 5">
            <a:extLst>
              <a:ext uri="{FF2B5EF4-FFF2-40B4-BE49-F238E27FC236}">
                <a16:creationId xmlns:a16="http://schemas.microsoft.com/office/drawing/2014/main" id="{6B6C18DC-2C90-52D8-63EA-B4A8A2297540}"/>
              </a:ext>
            </a:extLst>
          </p:cNvPr>
          <p:cNvSpPr>
            <a:spLocks noGrp="1"/>
          </p:cNvSpPr>
          <p:nvPr>
            <p:ph type="pic" sz="quarter" idx="11"/>
          </p:nvPr>
        </p:nvSpPr>
        <p:spPr>
          <a:xfrm>
            <a:off x="6367350" y="2"/>
            <a:ext cx="5824652" cy="6157257"/>
          </a:xfrm>
          <a:custGeom>
            <a:avLst/>
            <a:gdLst>
              <a:gd name="connsiteX0" fmla="*/ 0 w 5824653"/>
              <a:gd name="connsiteY0" fmla="*/ 0 h 6157257"/>
              <a:gd name="connsiteX1" fmla="*/ 5824653 w 5824653"/>
              <a:gd name="connsiteY1" fmla="*/ 0 h 6157257"/>
              <a:gd name="connsiteX2" fmla="*/ 5824653 w 5824653"/>
              <a:gd name="connsiteY2" fmla="*/ 6157257 h 6157257"/>
              <a:gd name="connsiteX3" fmla="*/ 282561 w 5824653"/>
              <a:gd name="connsiteY3" fmla="*/ 6157257 h 6157257"/>
              <a:gd name="connsiteX4" fmla="*/ 0 w 5824653"/>
              <a:gd name="connsiteY4" fmla="*/ 5864407 h 615725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824653" h="6157257">
                <a:moveTo>
                  <a:pt x="0" y="0"/>
                </a:moveTo>
                <a:lnTo>
                  <a:pt x="5824653" y="0"/>
                </a:lnTo>
                <a:lnTo>
                  <a:pt x="5824653" y="6157257"/>
                </a:lnTo>
                <a:lnTo>
                  <a:pt x="282561" y="6157257"/>
                </a:lnTo>
                <a:cubicBezTo>
                  <a:pt x="126507" y="6157257"/>
                  <a:pt x="0" y="6026143"/>
                  <a:pt x="0" y="5864407"/>
                </a:cubicBezTo>
                <a:close/>
              </a:path>
            </a:pathLst>
          </a:custGeom>
          <a:pattFill prst="pct5">
            <a:fgClr>
              <a:schemeClr val="accent1"/>
            </a:fgClr>
            <a:bgClr>
              <a:schemeClr val="bg1"/>
            </a:bgClr>
          </a:pattFill>
        </p:spPr>
        <p:txBody>
          <a:bodyPr wrap="square">
            <a:noAutofit/>
          </a:bodyPr>
          <a:lstStyle/>
          <a:p>
            <a:r>
              <a:rPr lang="en-US"/>
              <a:t>Click icon to add picture</a:t>
            </a:r>
          </a:p>
        </p:txBody>
      </p:sp>
    </p:spTree>
    <p:extLst>
      <p:ext uri="{BB962C8B-B14F-4D97-AF65-F5344CB8AC3E}">
        <p14:creationId xmlns:p14="http://schemas.microsoft.com/office/powerpoint/2010/main" val="3670608175"/>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_3">
    <p:bg>
      <p:bgPr>
        <a:solidFill>
          <a:schemeClr val="accent3"/>
        </a:solidFill>
        <a:effectLst/>
      </p:bgPr>
    </p:bg>
    <p:spTree>
      <p:nvGrpSpPr>
        <p:cNvPr id="1" name=""/>
        <p:cNvGrpSpPr/>
        <p:nvPr/>
      </p:nvGrpSpPr>
      <p:grpSpPr>
        <a:xfrm>
          <a:off x="0" y="0"/>
          <a:ext cx="0" cy="0"/>
          <a:chOff x="0" y="0"/>
          <a:chExt cx="0" cy="0"/>
        </a:xfrm>
      </p:grpSpPr>
      <p:sp>
        <p:nvSpPr>
          <p:cNvPr id="46" name="Title 45">
            <a:extLst>
              <a:ext uri="{FF2B5EF4-FFF2-40B4-BE49-F238E27FC236}">
                <a16:creationId xmlns:a16="http://schemas.microsoft.com/office/drawing/2014/main" id="{2AAA61E1-C59C-1C7A-FAB7-DC43AA5A391A}"/>
              </a:ext>
            </a:extLst>
          </p:cNvPr>
          <p:cNvSpPr>
            <a:spLocks noGrp="1"/>
          </p:cNvSpPr>
          <p:nvPr>
            <p:ph type="title" hasCustomPrompt="1"/>
          </p:nvPr>
        </p:nvSpPr>
        <p:spPr>
          <a:xfrm>
            <a:off x="617460" y="2747815"/>
            <a:ext cx="5207195" cy="2263778"/>
          </a:xfrm>
        </p:spPr>
        <p:txBody>
          <a:bodyPr>
            <a:normAutofit/>
          </a:bodyPr>
          <a:lstStyle>
            <a:lvl1pPr>
              <a:lnSpc>
                <a:spcPct val="80000"/>
              </a:lnSpc>
              <a:defRPr sz="6100">
                <a:solidFill>
                  <a:schemeClr val="bg1"/>
                </a:solidFill>
              </a:defRPr>
            </a:lvl1pPr>
          </a:lstStyle>
          <a:p>
            <a:r>
              <a:rPr lang="en-US"/>
              <a:t>Presentation Title Slide Option 2c</a:t>
            </a:r>
          </a:p>
        </p:txBody>
      </p:sp>
      <p:pic>
        <p:nvPicPr>
          <p:cNvPr id="2" name="Picture 1" descr="U.S. Centers for Disease Control and Prevention">
            <a:extLst>
              <a:ext uri="{FF2B5EF4-FFF2-40B4-BE49-F238E27FC236}">
                <a16:creationId xmlns:a16="http://schemas.microsoft.com/office/drawing/2014/main" id="{AEFBEE3F-C344-F002-0143-ADCC4F150957}"/>
              </a:ext>
            </a:extLst>
          </p:cNvPr>
          <p:cNvPicPr>
            <a:picLocks noGrp="1" noRot="1" noChangeAspect="1" noMove="1" noResize="1" noEditPoints="1" noAdjustHandles="1" noChangeArrowheads="1" noChangeShapeType="1" noCrop="1"/>
          </p:cNvPicPr>
          <p:nvPr userDrawn="1"/>
        </p:nvPicPr>
        <p:blipFill>
          <a:blip r:embed="rId2"/>
          <a:stretch>
            <a:fillRect/>
          </a:stretch>
        </p:blipFill>
        <p:spPr>
          <a:xfrm>
            <a:off x="617459" y="665609"/>
            <a:ext cx="1445079" cy="914400"/>
          </a:xfrm>
          <a:prstGeom prst="rect">
            <a:avLst/>
          </a:prstGeom>
        </p:spPr>
      </p:pic>
      <p:pic>
        <p:nvPicPr>
          <p:cNvPr id="3" name="Picture 2" descr="U.S. Centers for Disease Control and Prevention">
            <a:extLst>
              <a:ext uri="{FF2B5EF4-FFF2-40B4-BE49-F238E27FC236}">
                <a16:creationId xmlns:a16="http://schemas.microsoft.com/office/drawing/2014/main" id="{1EE03C7F-7F6B-8E0F-0E2B-8D12E7D1C041}"/>
              </a:ext>
            </a:extLst>
          </p:cNvPr>
          <p:cNvPicPr>
            <a:picLocks noChangeAspect="1"/>
          </p:cNvPicPr>
          <p:nvPr/>
        </p:nvPicPr>
        <p:blipFill>
          <a:blip r:embed="rId2"/>
          <a:stretch>
            <a:fillRect/>
          </a:stretch>
        </p:blipFill>
        <p:spPr>
          <a:xfrm>
            <a:off x="617459" y="665609"/>
            <a:ext cx="1445079" cy="914400"/>
          </a:xfrm>
          <a:prstGeom prst="rect">
            <a:avLst/>
          </a:prstGeom>
        </p:spPr>
      </p:pic>
      <p:sp>
        <p:nvSpPr>
          <p:cNvPr id="50" name="Text Placeholder 49">
            <a:extLst>
              <a:ext uri="{FF2B5EF4-FFF2-40B4-BE49-F238E27FC236}">
                <a16:creationId xmlns:a16="http://schemas.microsoft.com/office/drawing/2014/main" id="{1097355A-6774-CB79-07F1-E9852F1F9CA2}"/>
              </a:ext>
            </a:extLst>
          </p:cNvPr>
          <p:cNvSpPr>
            <a:spLocks noGrp="1"/>
          </p:cNvSpPr>
          <p:nvPr>
            <p:ph type="body" sz="quarter" idx="12" hasCustomPrompt="1"/>
          </p:nvPr>
        </p:nvSpPr>
        <p:spPr>
          <a:xfrm>
            <a:off x="617458" y="2220699"/>
            <a:ext cx="5240548" cy="277780"/>
          </a:xfrm>
          <a:prstGeom prst="rect">
            <a:avLst/>
          </a:prstGeom>
        </p:spPr>
        <p:txBody>
          <a:bodyPr>
            <a:noAutofit/>
          </a:bodyPr>
          <a:lstStyle>
            <a:lvl1pPr marL="0" indent="0">
              <a:lnSpc>
                <a:spcPct val="100000"/>
              </a:lnSpc>
              <a:buNone/>
              <a:defRPr sz="2000" b="0" i="0">
                <a:solidFill>
                  <a:schemeClr val="accent6"/>
                </a:solidFill>
                <a:latin typeface="Roboto Medium" panose="02000000000000000000" pitchFamily="2" charset="0"/>
                <a:ea typeface="Roboto Medium" panose="02000000000000000000" pitchFamily="2" charset="0"/>
              </a:defRPr>
            </a:lvl1pPr>
          </a:lstStyle>
          <a:p>
            <a:pPr lvl="0"/>
            <a:r>
              <a:rPr lang="en-US"/>
              <a:t>Subhead Goes Here</a:t>
            </a:r>
          </a:p>
        </p:txBody>
      </p:sp>
      <p:sp>
        <p:nvSpPr>
          <p:cNvPr id="6" name="Text Placeholder 9">
            <a:extLst>
              <a:ext uri="{FF2B5EF4-FFF2-40B4-BE49-F238E27FC236}">
                <a16:creationId xmlns:a16="http://schemas.microsoft.com/office/drawing/2014/main" id="{7D6C9154-3514-A463-7E35-13CB52487EDA}"/>
              </a:ext>
            </a:extLst>
          </p:cNvPr>
          <p:cNvSpPr>
            <a:spLocks noGrp="1"/>
          </p:cNvSpPr>
          <p:nvPr>
            <p:ph type="body" sz="quarter" idx="13" hasCustomPrompt="1"/>
          </p:nvPr>
        </p:nvSpPr>
        <p:spPr>
          <a:xfrm>
            <a:off x="1793970" y="5199063"/>
            <a:ext cx="4033465" cy="273197"/>
          </a:xfrm>
        </p:spPr>
        <p:txBody>
          <a:bodyPr/>
          <a:lstStyle>
            <a:lvl1pPr marL="0" indent="0">
              <a:buNone/>
              <a:defRPr lang="en-US" sz="2000" dirty="0">
                <a:solidFill>
                  <a:schemeClr val="bg1"/>
                </a:solidFill>
              </a:defRPr>
            </a:lvl1pPr>
          </a:lstStyle>
          <a:p>
            <a:r>
              <a:rPr lang="en-US">
                <a:latin typeface="+mj-lt"/>
              </a:rPr>
              <a:t>Name of Presenter</a:t>
            </a:r>
          </a:p>
        </p:txBody>
      </p:sp>
      <p:sp>
        <p:nvSpPr>
          <p:cNvPr id="7" name="Text Placeholder 49">
            <a:extLst>
              <a:ext uri="{FF2B5EF4-FFF2-40B4-BE49-F238E27FC236}">
                <a16:creationId xmlns:a16="http://schemas.microsoft.com/office/drawing/2014/main" id="{B085F1F1-4F50-E8DB-6576-4CC06C462750}"/>
              </a:ext>
            </a:extLst>
          </p:cNvPr>
          <p:cNvSpPr>
            <a:spLocks noGrp="1"/>
          </p:cNvSpPr>
          <p:nvPr>
            <p:ph type="body" sz="quarter" idx="14" hasCustomPrompt="1"/>
          </p:nvPr>
        </p:nvSpPr>
        <p:spPr>
          <a:xfrm>
            <a:off x="1813805" y="5496293"/>
            <a:ext cx="4013630" cy="937504"/>
          </a:xfrm>
          <a:prstGeom prst="rect">
            <a:avLst/>
          </a:prstGeom>
        </p:spPr>
        <p:txBody>
          <a:bodyPr>
            <a:noAutofit/>
          </a:bodyPr>
          <a:lstStyle>
            <a:lvl1pPr marL="0" indent="0">
              <a:lnSpc>
                <a:spcPct val="100000"/>
              </a:lnSpc>
              <a:spcBef>
                <a:spcPts val="0"/>
              </a:spcBef>
              <a:buNone/>
              <a:defRPr sz="1600" b="0" i="1">
                <a:solidFill>
                  <a:schemeClr val="bg1"/>
                </a:solidFill>
                <a:latin typeface="Nunito Sans Normal" pitchFamily="2" charset="77"/>
                <a:ea typeface="Roboto Medium" panose="02000000000000000000" pitchFamily="2" charset="0"/>
              </a:defRPr>
            </a:lvl1pPr>
          </a:lstStyle>
          <a:p>
            <a:pPr lvl="0"/>
            <a:r>
              <a:rPr lang="en-US"/>
              <a:t>Job Title</a:t>
            </a:r>
          </a:p>
          <a:p>
            <a:pPr lvl="0"/>
            <a:r>
              <a:rPr lang="en-US"/>
              <a:t>Division</a:t>
            </a:r>
          </a:p>
          <a:p>
            <a:pPr lvl="0"/>
            <a:r>
              <a:rPr lang="en-US"/>
              <a:t>Center/Institute/Office</a:t>
            </a:r>
          </a:p>
          <a:p>
            <a:pPr lvl="0"/>
            <a:r>
              <a:rPr lang="en-US"/>
              <a:t>Date of Presentation</a:t>
            </a:r>
          </a:p>
        </p:txBody>
      </p:sp>
      <p:sp>
        <p:nvSpPr>
          <p:cNvPr id="4" name="Picture Placeholder 7" descr="Profile picture of presenter">
            <a:extLst>
              <a:ext uri="{FF2B5EF4-FFF2-40B4-BE49-F238E27FC236}">
                <a16:creationId xmlns:a16="http://schemas.microsoft.com/office/drawing/2014/main" id="{87B10384-A48D-B058-BCF0-76B6BCA5DAC4}"/>
              </a:ext>
            </a:extLst>
          </p:cNvPr>
          <p:cNvSpPr>
            <a:spLocks noGrp="1"/>
          </p:cNvSpPr>
          <p:nvPr>
            <p:ph type="pic" sz="quarter" idx="10"/>
          </p:nvPr>
        </p:nvSpPr>
        <p:spPr>
          <a:xfrm>
            <a:off x="619956" y="5172455"/>
            <a:ext cx="1019938" cy="1019937"/>
          </a:xfrm>
          <a:custGeom>
            <a:avLst/>
            <a:gdLst>
              <a:gd name="connsiteX0" fmla="*/ 1672045 w 3344091"/>
              <a:gd name="connsiteY0" fmla="*/ 0 h 3344091"/>
              <a:gd name="connsiteX1" fmla="*/ 3344091 w 3344091"/>
              <a:gd name="connsiteY1" fmla="*/ 1672046 h 3344091"/>
              <a:gd name="connsiteX2" fmla="*/ 1672045 w 3344091"/>
              <a:gd name="connsiteY2" fmla="*/ 3344091 h 3344091"/>
              <a:gd name="connsiteX3" fmla="*/ 0 w 3344091"/>
              <a:gd name="connsiteY3" fmla="*/ 1672046 h 3344091"/>
              <a:gd name="connsiteX4" fmla="*/ 1672045 w 3344091"/>
              <a:gd name="connsiteY4" fmla="*/ 0 h 33440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44091" h="3344091">
                <a:moveTo>
                  <a:pt x="1672045" y="0"/>
                </a:moveTo>
                <a:cubicBezTo>
                  <a:pt x="2595492" y="0"/>
                  <a:pt x="3344091" y="748601"/>
                  <a:pt x="3344091" y="1672046"/>
                </a:cubicBezTo>
                <a:cubicBezTo>
                  <a:pt x="3344091" y="2595490"/>
                  <a:pt x="2595492" y="3344091"/>
                  <a:pt x="1672045" y="3344091"/>
                </a:cubicBezTo>
                <a:cubicBezTo>
                  <a:pt x="748601" y="3344091"/>
                  <a:pt x="0" y="2595490"/>
                  <a:pt x="0" y="1672046"/>
                </a:cubicBezTo>
                <a:cubicBezTo>
                  <a:pt x="0" y="748601"/>
                  <a:pt x="748601" y="0"/>
                  <a:pt x="1672045" y="0"/>
                </a:cubicBezTo>
                <a:close/>
              </a:path>
            </a:pathLst>
          </a:custGeom>
          <a:pattFill prst="pct5">
            <a:fgClr>
              <a:schemeClr val="accent1"/>
            </a:fgClr>
            <a:bgClr>
              <a:schemeClr val="bg1"/>
            </a:bgClr>
          </a:pattFill>
        </p:spPr>
        <p:txBody>
          <a:bodyPr wrap="square">
            <a:noAutofit/>
          </a:bodyPr>
          <a:lstStyle>
            <a:lvl1pPr>
              <a:defRPr sz="1200"/>
            </a:lvl1pPr>
          </a:lstStyle>
          <a:p>
            <a:r>
              <a:rPr lang="en-US"/>
              <a:t>Click icon to add picture</a:t>
            </a:r>
          </a:p>
        </p:txBody>
      </p:sp>
      <p:sp>
        <p:nvSpPr>
          <p:cNvPr id="5" name="Picture Placeholder 4">
            <a:extLst>
              <a:ext uri="{FF2B5EF4-FFF2-40B4-BE49-F238E27FC236}">
                <a16:creationId xmlns:a16="http://schemas.microsoft.com/office/drawing/2014/main" id="{05017E84-86B9-3093-BD73-5B04004C69F7}"/>
              </a:ext>
            </a:extLst>
          </p:cNvPr>
          <p:cNvSpPr>
            <a:spLocks noGrp="1"/>
          </p:cNvSpPr>
          <p:nvPr>
            <p:ph type="pic" sz="quarter" idx="11"/>
          </p:nvPr>
        </p:nvSpPr>
        <p:spPr>
          <a:xfrm>
            <a:off x="6367349" y="2"/>
            <a:ext cx="5824652" cy="6157257"/>
          </a:xfrm>
          <a:custGeom>
            <a:avLst/>
            <a:gdLst>
              <a:gd name="connsiteX0" fmla="*/ 0 w 5824652"/>
              <a:gd name="connsiteY0" fmla="*/ 0 h 6157257"/>
              <a:gd name="connsiteX1" fmla="*/ 5824652 w 5824652"/>
              <a:gd name="connsiteY1" fmla="*/ 0 h 6157257"/>
              <a:gd name="connsiteX2" fmla="*/ 5824652 w 5824652"/>
              <a:gd name="connsiteY2" fmla="*/ 6157257 h 6157257"/>
              <a:gd name="connsiteX3" fmla="*/ 282561 w 5824652"/>
              <a:gd name="connsiteY3" fmla="*/ 6157257 h 6157257"/>
              <a:gd name="connsiteX4" fmla="*/ 0 w 5824652"/>
              <a:gd name="connsiteY4" fmla="*/ 5864407 h 615725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824652" h="6157257">
                <a:moveTo>
                  <a:pt x="0" y="0"/>
                </a:moveTo>
                <a:lnTo>
                  <a:pt x="5824652" y="0"/>
                </a:lnTo>
                <a:lnTo>
                  <a:pt x="5824652" y="6157257"/>
                </a:lnTo>
                <a:lnTo>
                  <a:pt x="282561" y="6157257"/>
                </a:lnTo>
                <a:cubicBezTo>
                  <a:pt x="126507" y="6157257"/>
                  <a:pt x="0" y="6026143"/>
                  <a:pt x="0" y="5864407"/>
                </a:cubicBezTo>
                <a:close/>
              </a:path>
            </a:pathLst>
          </a:custGeom>
          <a:pattFill prst="pct5">
            <a:fgClr>
              <a:schemeClr val="accent1"/>
            </a:fgClr>
            <a:bgClr>
              <a:schemeClr val="bg1"/>
            </a:bgClr>
          </a:pattFill>
        </p:spPr>
        <p:txBody>
          <a:bodyPr wrap="square">
            <a:noAutofit/>
          </a:bodyPr>
          <a:lstStyle/>
          <a:p>
            <a:r>
              <a:rPr lang="en-US"/>
              <a:t>Click icon to add picture</a:t>
            </a:r>
          </a:p>
        </p:txBody>
      </p:sp>
    </p:spTree>
    <p:extLst>
      <p:ext uri="{BB962C8B-B14F-4D97-AF65-F5344CB8AC3E}">
        <p14:creationId xmlns:p14="http://schemas.microsoft.com/office/powerpoint/2010/main" val="2389425321"/>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Section">
    <p:spTree>
      <p:nvGrpSpPr>
        <p:cNvPr id="1" name=""/>
        <p:cNvGrpSpPr/>
        <p:nvPr/>
      </p:nvGrpSpPr>
      <p:grpSpPr>
        <a:xfrm>
          <a:off x="0" y="0"/>
          <a:ext cx="0" cy="0"/>
          <a:chOff x="0" y="0"/>
          <a:chExt cx="0" cy="0"/>
        </a:xfrm>
      </p:grpSpPr>
      <p:sp>
        <p:nvSpPr>
          <p:cNvPr id="8" name="Title 3">
            <a:extLst>
              <a:ext uri="{FF2B5EF4-FFF2-40B4-BE49-F238E27FC236}">
                <a16:creationId xmlns:a16="http://schemas.microsoft.com/office/drawing/2014/main" id="{E7C5B16F-7F1C-DC7A-82C9-EB03BCDF3447}"/>
              </a:ext>
            </a:extLst>
          </p:cNvPr>
          <p:cNvSpPr>
            <a:spLocks noGrp="1"/>
          </p:cNvSpPr>
          <p:nvPr>
            <p:ph type="title" hasCustomPrompt="1"/>
          </p:nvPr>
        </p:nvSpPr>
        <p:spPr>
          <a:xfrm>
            <a:off x="6736466" y="2821201"/>
            <a:ext cx="5047218" cy="699746"/>
          </a:xfrm>
        </p:spPr>
        <p:txBody>
          <a:bodyPr/>
          <a:lstStyle>
            <a:lvl1pPr marL="0" algn="l" defTabSz="914400" rtl="0" eaLnBrk="1" latinLnBrk="0" hangingPunct="1">
              <a:defRPr lang="en-US" sz="5800" b="1" kern="1200" dirty="0">
                <a:solidFill>
                  <a:schemeClr val="tx1"/>
                </a:solidFill>
                <a:latin typeface="Roboto" panose="02000000000000000000" pitchFamily="2" charset="0"/>
                <a:ea typeface="Roboto" panose="02000000000000000000" pitchFamily="2" charset="0"/>
                <a:cs typeface="Poppins" pitchFamily="2" charset="77"/>
              </a:defRPr>
            </a:lvl1pPr>
          </a:lstStyle>
          <a:p>
            <a:r>
              <a:rPr lang="en-US"/>
              <a:t>Section Title 1</a:t>
            </a:r>
          </a:p>
        </p:txBody>
      </p:sp>
      <p:sp>
        <p:nvSpPr>
          <p:cNvPr id="9" name="Text Placeholder 6">
            <a:extLst>
              <a:ext uri="{FF2B5EF4-FFF2-40B4-BE49-F238E27FC236}">
                <a16:creationId xmlns:a16="http://schemas.microsoft.com/office/drawing/2014/main" id="{ABDB48D7-52DF-4715-5300-BF1594552E37}"/>
              </a:ext>
            </a:extLst>
          </p:cNvPr>
          <p:cNvSpPr>
            <a:spLocks noGrp="1"/>
          </p:cNvSpPr>
          <p:nvPr>
            <p:ph type="body" sz="quarter" idx="12" hasCustomPrompt="1"/>
          </p:nvPr>
        </p:nvSpPr>
        <p:spPr>
          <a:xfrm>
            <a:off x="6736467" y="3639860"/>
            <a:ext cx="4510654" cy="438364"/>
          </a:xfrm>
          <a:prstGeom prst="rect">
            <a:avLst/>
          </a:prstGeom>
        </p:spPr>
        <p:txBody>
          <a:bodyPr/>
          <a:lstStyle>
            <a:lvl1pPr marL="0" indent="0" algn="l" defTabSz="914400" rtl="0" eaLnBrk="1" latinLnBrk="0" hangingPunct="1">
              <a:buNone/>
              <a:defRPr lang="en-US" sz="1800" kern="1200" dirty="0">
                <a:solidFill>
                  <a:schemeClr val="tx2"/>
                </a:solidFill>
                <a:latin typeface="Roboto" panose="02000000000000000000" pitchFamily="2" charset="0"/>
                <a:ea typeface="Roboto" panose="02000000000000000000" pitchFamily="2" charset="0"/>
                <a:cs typeface="Poppins" panose="00000500000000000000" pitchFamily="2" charset="0"/>
              </a:defRPr>
            </a:lvl1pPr>
          </a:lstStyle>
          <a:p>
            <a:pPr lvl="0"/>
            <a:r>
              <a:rPr lang="en-US"/>
              <a:t>Subhead Can Go Here for Added Emphasis</a:t>
            </a:r>
          </a:p>
        </p:txBody>
      </p:sp>
      <p:sp>
        <p:nvSpPr>
          <p:cNvPr id="5" name="Picture Placeholder 4">
            <a:extLst>
              <a:ext uri="{FF2B5EF4-FFF2-40B4-BE49-F238E27FC236}">
                <a16:creationId xmlns:a16="http://schemas.microsoft.com/office/drawing/2014/main" id="{BC54F89C-6C12-FE51-B615-67D3FEB12204}"/>
              </a:ext>
            </a:extLst>
          </p:cNvPr>
          <p:cNvSpPr>
            <a:spLocks noGrp="1"/>
          </p:cNvSpPr>
          <p:nvPr>
            <p:ph type="pic" sz="quarter" idx="11"/>
          </p:nvPr>
        </p:nvSpPr>
        <p:spPr>
          <a:xfrm>
            <a:off x="1" y="1328184"/>
            <a:ext cx="5586412" cy="5529816"/>
          </a:xfrm>
          <a:custGeom>
            <a:avLst/>
            <a:gdLst>
              <a:gd name="connsiteX0" fmla="*/ 3 w 5586413"/>
              <a:gd name="connsiteY0" fmla="*/ 0 h 5529816"/>
              <a:gd name="connsiteX1" fmla="*/ 5303852 w 5586413"/>
              <a:gd name="connsiteY1" fmla="*/ 0 h 5529816"/>
              <a:gd name="connsiteX2" fmla="*/ 5586413 w 5586413"/>
              <a:gd name="connsiteY2" fmla="*/ 292849 h 5529816"/>
              <a:gd name="connsiteX3" fmla="*/ 5586413 w 5586413"/>
              <a:gd name="connsiteY3" fmla="*/ 5529816 h 5529816"/>
              <a:gd name="connsiteX4" fmla="*/ 0 w 5586413"/>
              <a:gd name="connsiteY4" fmla="*/ 5529816 h 5529816"/>
              <a:gd name="connsiteX5" fmla="*/ 0 w 5586413"/>
              <a:gd name="connsiteY5" fmla="*/ 240422 h 5529816"/>
              <a:gd name="connsiteX6" fmla="*/ 3 w 5586413"/>
              <a:gd name="connsiteY6" fmla="*/ 240422 h 55298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586413" h="5529816">
                <a:moveTo>
                  <a:pt x="3" y="0"/>
                </a:moveTo>
                <a:lnTo>
                  <a:pt x="5303852" y="0"/>
                </a:lnTo>
                <a:cubicBezTo>
                  <a:pt x="5459906" y="0"/>
                  <a:pt x="5586413" y="131113"/>
                  <a:pt x="5586413" y="292849"/>
                </a:cubicBezTo>
                <a:lnTo>
                  <a:pt x="5586413" y="5529816"/>
                </a:lnTo>
                <a:lnTo>
                  <a:pt x="0" y="5529816"/>
                </a:lnTo>
                <a:lnTo>
                  <a:pt x="0" y="240422"/>
                </a:lnTo>
                <a:lnTo>
                  <a:pt x="3" y="240422"/>
                </a:lnTo>
                <a:close/>
              </a:path>
            </a:pathLst>
          </a:custGeom>
          <a:pattFill prst="pct5">
            <a:fgClr>
              <a:schemeClr val="accent1"/>
            </a:fgClr>
            <a:bgClr>
              <a:schemeClr val="bg1"/>
            </a:bgClr>
          </a:pattFill>
        </p:spPr>
        <p:txBody>
          <a:bodyPr wrap="square">
            <a:noAutofit/>
          </a:bodyPr>
          <a:lstStyle/>
          <a:p>
            <a:r>
              <a:rPr lang="en-US"/>
              <a:t>Click icon to add picture</a:t>
            </a:r>
          </a:p>
        </p:txBody>
      </p:sp>
    </p:spTree>
    <p:extLst>
      <p:ext uri="{BB962C8B-B14F-4D97-AF65-F5344CB8AC3E}">
        <p14:creationId xmlns:p14="http://schemas.microsoft.com/office/powerpoint/2010/main" val="325373404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_Section">
    <p:bg>
      <p:bgPr>
        <a:solidFill>
          <a:schemeClr val="tx2"/>
        </a:solidFill>
        <a:effectLst/>
      </p:bgPr>
    </p:bg>
    <p:spTree>
      <p:nvGrpSpPr>
        <p:cNvPr id="1" name=""/>
        <p:cNvGrpSpPr/>
        <p:nvPr/>
      </p:nvGrpSpPr>
      <p:grpSpPr>
        <a:xfrm>
          <a:off x="0" y="0"/>
          <a:ext cx="0" cy="0"/>
          <a:chOff x="0" y="0"/>
          <a:chExt cx="0" cy="0"/>
        </a:xfrm>
      </p:grpSpPr>
      <p:sp>
        <p:nvSpPr>
          <p:cNvPr id="8" name="Title 3">
            <a:extLst>
              <a:ext uri="{FF2B5EF4-FFF2-40B4-BE49-F238E27FC236}">
                <a16:creationId xmlns:a16="http://schemas.microsoft.com/office/drawing/2014/main" id="{E7C5B16F-7F1C-DC7A-82C9-EB03BCDF3447}"/>
              </a:ext>
            </a:extLst>
          </p:cNvPr>
          <p:cNvSpPr>
            <a:spLocks noGrp="1"/>
          </p:cNvSpPr>
          <p:nvPr>
            <p:ph type="title" hasCustomPrompt="1"/>
          </p:nvPr>
        </p:nvSpPr>
        <p:spPr>
          <a:xfrm>
            <a:off x="6736466" y="2821201"/>
            <a:ext cx="4952327" cy="699746"/>
          </a:xfrm>
        </p:spPr>
        <p:txBody>
          <a:bodyPr/>
          <a:lstStyle>
            <a:lvl1pPr marL="0" algn="l" defTabSz="914400" rtl="0" eaLnBrk="1" latinLnBrk="0" hangingPunct="1">
              <a:defRPr lang="en-US" sz="5800" b="1" kern="1200" dirty="0">
                <a:solidFill>
                  <a:schemeClr val="bg2"/>
                </a:solidFill>
                <a:latin typeface="Roboto" panose="02000000000000000000" pitchFamily="2" charset="0"/>
                <a:ea typeface="Roboto" panose="02000000000000000000" pitchFamily="2" charset="0"/>
                <a:cs typeface="Poppins" pitchFamily="2" charset="77"/>
              </a:defRPr>
            </a:lvl1pPr>
          </a:lstStyle>
          <a:p>
            <a:r>
              <a:rPr lang="en-US"/>
              <a:t>Section Title 2</a:t>
            </a:r>
          </a:p>
        </p:txBody>
      </p:sp>
      <p:sp>
        <p:nvSpPr>
          <p:cNvPr id="9" name="Text Placeholder 6">
            <a:extLst>
              <a:ext uri="{FF2B5EF4-FFF2-40B4-BE49-F238E27FC236}">
                <a16:creationId xmlns:a16="http://schemas.microsoft.com/office/drawing/2014/main" id="{ABDB48D7-52DF-4715-5300-BF1594552E37}"/>
              </a:ext>
            </a:extLst>
          </p:cNvPr>
          <p:cNvSpPr>
            <a:spLocks noGrp="1"/>
          </p:cNvSpPr>
          <p:nvPr>
            <p:ph type="body" sz="quarter" idx="12" hasCustomPrompt="1"/>
          </p:nvPr>
        </p:nvSpPr>
        <p:spPr>
          <a:xfrm>
            <a:off x="6736467" y="3639860"/>
            <a:ext cx="4510654" cy="438364"/>
          </a:xfrm>
          <a:prstGeom prst="rect">
            <a:avLst/>
          </a:prstGeom>
        </p:spPr>
        <p:txBody>
          <a:bodyPr/>
          <a:lstStyle>
            <a:lvl1pPr marL="0" indent="0" algn="l" defTabSz="914400" rtl="0" eaLnBrk="1" latinLnBrk="0" hangingPunct="1">
              <a:buNone/>
              <a:defRPr lang="en-US" sz="1800" kern="1200" dirty="0">
                <a:solidFill>
                  <a:schemeClr val="tx2"/>
                </a:solidFill>
                <a:latin typeface="Roboto" panose="02000000000000000000" pitchFamily="2" charset="0"/>
                <a:ea typeface="Roboto" panose="02000000000000000000" pitchFamily="2" charset="0"/>
                <a:cs typeface="Poppins" panose="00000500000000000000" pitchFamily="2" charset="0"/>
              </a:defRPr>
            </a:lvl1pPr>
          </a:lstStyle>
          <a:p>
            <a:r>
              <a:rPr lang="en-US">
                <a:solidFill>
                  <a:srgbClr val="FCCF85"/>
                </a:solidFill>
              </a:rPr>
              <a:t>Subhead Can Go Here for Added Emphasis</a:t>
            </a:r>
          </a:p>
        </p:txBody>
      </p:sp>
      <p:sp>
        <p:nvSpPr>
          <p:cNvPr id="5" name="Picture Placeholder 4">
            <a:extLst>
              <a:ext uri="{FF2B5EF4-FFF2-40B4-BE49-F238E27FC236}">
                <a16:creationId xmlns:a16="http://schemas.microsoft.com/office/drawing/2014/main" id="{BC54F89C-6C12-FE51-B615-67D3FEB12204}"/>
              </a:ext>
            </a:extLst>
          </p:cNvPr>
          <p:cNvSpPr>
            <a:spLocks noGrp="1"/>
          </p:cNvSpPr>
          <p:nvPr>
            <p:ph type="pic" sz="quarter" idx="11"/>
          </p:nvPr>
        </p:nvSpPr>
        <p:spPr>
          <a:xfrm>
            <a:off x="1" y="1328184"/>
            <a:ext cx="5586412" cy="5529816"/>
          </a:xfrm>
          <a:custGeom>
            <a:avLst/>
            <a:gdLst>
              <a:gd name="connsiteX0" fmla="*/ 3 w 5586413"/>
              <a:gd name="connsiteY0" fmla="*/ 0 h 5529816"/>
              <a:gd name="connsiteX1" fmla="*/ 5303852 w 5586413"/>
              <a:gd name="connsiteY1" fmla="*/ 0 h 5529816"/>
              <a:gd name="connsiteX2" fmla="*/ 5586413 w 5586413"/>
              <a:gd name="connsiteY2" fmla="*/ 292849 h 5529816"/>
              <a:gd name="connsiteX3" fmla="*/ 5586413 w 5586413"/>
              <a:gd name="connsiteY3" fmla="*/ 5529816 h 5529816"/>
              <a:gd name="connsiteX4" fmla="*/ 0 w 5586413"/>
              <a:gd name="connsiteY4" fmla="*/ 5529816 h 5529816"/>
              <a:gd name="connsiteX5" fmla="*/ 0 w 5586413"/>
              <a:gd name="connsiteY5" fmla="*/ 240422 h 5529816"/>
              <a:gd name="connsiteX6" fmla="*/ 3 w 5586413"/>
              <a:gd name="connsiteY6" fmla="*/ 240422 h 55298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586413" h="5529816">
                <a:moveTo>
                  <a:pt x="3" y="0"/>
                </a:moveTo>
                <a:lnTo>
                  <a:pt x="5303852" y="0"/>
                </a:lnTo>
                <a:cubicBezTo>
                  <a:pt x="5459906" y="0"/>
                  <a:pt x="5586413" y="131113"/>
                  <a:pt x="5586413" y="292849"/>
                </a:cubicBezTo>
                <a:lnTo>
                  <a:pt x="5586413" y="5529816"/>
                </a:lnTo>
                <a:lnTo>
                  <a:pt x="0" y="5529816"/>
                </a:lnTo>
                <a:lnTo>
                  <a:pt x="0" y="240422"/>
                </a:lnTo>
                <a:lnTo>
                  <a:pt x="3" y="240422"/>
                </a:lnTo>
                <a:close/>
              </a:path>
            </a:pathLst>
          </a:custGeom>
          <a:pattFill prst="pct5">
            <a:fgClr>
              <a:schemeClr val="accent1"/>
            </a:fgClr>
            <a:bgClr>
              <a:schemeClr val="bg1"/>
            </a:bgClr>
          </a:pattFill>
        </p:spPr>
        <p:txBody>
          <a:bodyPr wrap="square">
            <a:noAutofit/>
          </a:bodyPr>
          <a:lstStyle/>
          <a:p>
            <a:r>
              <a:rPr lang="en-US"/>
              <a:t>Click icon to add picture</a:t>
            </a:r>
          </a:p>
        </p:txBody>
      </p:sp>
    </p:spTree>
    <p:extLst>
      <p:ext uri="{BB962C8B-B14F-4D97-AF65-F5344CB8AC3E}">
        <p14:creationId xmlns:p14="http://schemas.microsoft.com/office/powerpoint/2010/main" val="188214157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userDrawn="1">
  <p:cSld name="Text_SimpleWHITE">
    <p:spTree>
      <p:nvGrpSpPr>
        <p:cNvPr id="1" name=""/>
        <p:cNvGrpSpPr/>
        <p:nvPr/>
      </p:nvGrpSpPr>
      <p:grpSpPr>
        <a:xfrm>
          <a:off x="0" y="0"/>
          <a:ext cx="0" cy="0"/>
          <a:chOff x="0" y="0"/>
          <a:chExt cx="0" cy="0"/>
        </a:xfrm>
      </p:grpSpPr>
      <p:sp>
        <p:nvSpPr>
          <p:cNvPr id="2" name="Title 7">
            <a:extLst>
              <a:ext uri="{FF2B5EF4-FFF2-40B4-BE49-F238E27FC236}">
                <a16:creationId xmlns:a16="http://schemas.microsoft.com/office/drawing/2014/main" id="{CCC70D64-8185-AB86-24F9-92070E2319C7}"/>
              </a:ext>
            </a:extLst>
          </p:cNvPr>
          <p:cNvSpPr>
            <a:spLocks noGrp="1"/>
          </p:cNvSpPr>
          <p:nvPr>
            <p:ph type="title" hasCustomPrompt="1"/>
          </p:nvPr>
        </p:nvSpPr>
        <p:spPr>
          <a:xfrm>
            <a:off x="887508" y="943327"/>
            <a:ext cx="10416988" cy="811369"/>
          </a:xfrm>
        </p:spPr>
        <p:txBody>
          <a:bodyPr/>
          <a:lstStyle>
            <a:lvl1pPr algn="ctr">
              <a:lnSpc>
                <a:spcPct val="100000"/>
              </a:lnSpc>
              <a:defRPr sz="2600">
                <a:solidFill>
                  <a:schemeClr val="tx2"/>
                </a:solidFill>
              </a:defRPr>
            </a:lvl1pPr>
          </a:lstStyle>
          <a:p>
            <a:r>
              <a:rPr lang="en-US"/>
              <a:t>Simple Text Content Slide</a:t>
            </a:r>
          </a:p>
        </p:txBody>
      </p:sp>
      <p:sp>
        <p:nvSpPr>
          <p:cNvPr id="5" name="Text Placeholder 9">
            <a:extLst>
              <a:ext uri="{FF2B5EF4-FFF2-40B4-BE49-F238E27FC236}">
                <a16:creationId xmlns:a16="http://schemas.microsoft.com/office/drawing/2014/main" id="{2191A1F6-FE9B-1DCF-03A4-036453A07309}"/>
              </a:ext>
            </a:extLst>
          </p:cNvPr>
          <p:cNvSpPr>
            <a:spLocks noGrp="1"/>
          </p:cNvSpPr>
          <p:nvPr>
            <p:ph type="body" sz="quarter" idx="11" hasCustomPrompt="1"/>
          </p:nvPr>
        </p:nvSpPr>
        <p:spPr>
          <a:xfrm>
            <a:off x="774402" y="530401"/>
            <a:ext cx="10655598" cy="198987"/>
          </a:xfrm>
          <a:prstGeom prst="rect">
            <a:avLst/>
          </a:prstGeom>
        </p:spPr>
        <p:txBody>
          <a:bodyPr/>
          <a:lstStyle>
            <a:lvl1pPr marL="0" indent="0" algn="ctr">
              <a:lnSpc>
                <a:spcPct val="100000"/>
              </a:lnSpc>
              <a:buNone/>
              <a:defRPr sz="1400" b="0" i="0" cap="all" spc="200" baseline="0">
                <a:solidFill>
                  <a:schemeClr val="tx2"/>
                </a:solidFill>
                <a:latin typeface="Roboto Medium" panose="02000000000000000000" pitchFamily="2" charset="0"/>
                <a:ea typeface="Roboto Medium" panose="02000000000000000000" pitchFamily="2" charset="0"/>
              </a:defRPr>
            </a:lvl1pPr>
          </a:lstStyle>
          <a:p>
            <a:pPr lvl="0"/>
            <a:r>
              <a:rPr lang="en-US"/>
              <a:t>SUBHEAD GOES HERE</a:t>
            </a:r>
          </a:p>
        </p:txBody>
      </p:sp>
      <p:sp>
        <p:nvSpPr>
          <p:cNvPr id="4" name="Text Placeholder 5">
            <a:extLst>
              <a:ext uri="{FF2B5EF4-FFF2-40B4-BE49-F238E27FC236}">
                <a16:creationId xmlns:a16="http://schemas.microsoft.com/office/drawing/2014/main" id="{CE98DAEF-7BD3-CAAB-1864-ABC524AA882E}"/>
              </a:ext>
            </a:extLst>
          </p:cNvPr>
          <p:cNvSpPr>
            <a:spLocks noGrp="1"/>
          </p:cNvSpPr>
          <p:nvPr>
            <p:ph type="body" sz="quarter" idx="10" hasCustomPrompt="1"/>
          </p:nvPr>
        </p:nvSpPr>
        <p:spPr>
          <a:xfrm>
            <a:off x="887508" y="1983586"/>
            <a:ext cx="10416988" cy="4285188"/>
          </a:xfrm>
        </p:spPr>
        <p:txBody>
          <a:bodyPr/>
          <a:lstStyle>
            <a:lvl1pPr marL="342900" indent="-342900">
              <a:buFont typeface="Arial" panose="020B0604020202020204" pitchFamily="34" charset="0"/>
              <a:buChar char="•"/>
              <a:defRPr>
                <a:solidFill>
                  <a:schemeClr val="tx1"/>
                </a:solidFill>
              </a:defRPr>
            </a:lvl1pPr>
            <a:lvl2pPr marL="800100" indent="-342900">
              <a:buFont typeface="Courier New" panose="02070309020205020404" pitchFamily="49" charset="0"/>
              <a:buChar char="o"/>
              <a:defRPr>
                <a:solidFill>
                  <a:schemeClr val="tx1"/>
                </a:solidFill>
              </a:defRPr>
            </a:lvl2pPr>
            <a:lvl3pPr marL="1257300" indent="-342900">
              <a:buFont typeface="Wingdings" panose="05000000000000000000" pitchFamily="2" charset="2"/>
              <a:buChar char="§"/>
              <a:defRPr>
                <a:solidFill>
                  <a:schemeClr val="tx1"/>
                </a:solidFill>
              </a:defRPr>
            </a:lvl3pPr>
            <a:lvl4pPr marL="1714500" indent="-342900">
              <a:buFontTx/>
              <a:buChar char="›"/>
              <a:defRPr>
                <a:solidFill>
                  <a:schemeClr val="tx1"/>
                </a:solidFill>
              </a:defRPr>
            </a:lvl4pPr>
            <a:lvl5pPr>
              <a:defRPr>
                <a:solidFill>
                  <a:schemeClr val="bg1"/>
                </a:solidFill>
              </a:defRPr>
            </a:lvl5pPr>
          </a:lstStyle>
          <a:p>
            <a:pPr lvl="0"/>
            <a:r>
              <a:rPr lang="en-US"/>
              <a:t>Place in your content here. When pasting in content, please use the “Use Destination Theme” or “Keep Text Only” options to ensure the text matches this template’s styles.</a:t>
            </a:r>
          </a:p>
          <a:p>
            <a:r>
              <a:rPr lang="en-US"/>
              <a:t>You can edit the location and size of text boxes as needed to best fit the length of your content. Be sure to center the content in this space for the best aesthetics. </a:t>
            </a:r>
          </a:p>
          <a:p>
            <a:pPr lvl="0"/>
            <a:r>
              <a:rPr lang="en-US"/>
              <a:t>Keep content text to </a:t>
            </a:r>
            <a:r>
              <a:rPr lang="en-US" b="1"/>
              <a:t>no smaller than 18pt</a:t>
            </a:r>
            <a:r>
              <a:rPr lang="en-US"/>
              <a:t>. </a:t>
            </a:r>
          </a:p>
          <a:p>
            <a:pPr lvl="0"/>
            <a:r>
              <a:rPr lang="en-US"/>
              <a:t>Keep supporting text (captions) </a:t>
            </a:r>
            <a:r>
              <a:rPr lang="en-US" b="1"/>
              <a:t>no smaller than 14pt</a:t>
            </a:r>
            <a:r>
              <a:rPr lang="en-US"/>
              <a:t>.</a:t>
            </a:r>
          </a:p>
          <a:p>
            <a:r>
              <a:rPr lang="en-US"/>
              <a:t>You can also include bulleted or numbered lists.</a:t>
            </a:r>
          </a:p>
          <a:p>
            <a:pPr lvl="1"/>
            <a:r>
              <a:rPr lang="en-US"/>
              <a:t>Second level bullet</a:t>
            </a:r>
          </a:p>
          <a:p>
            <a:pPr lvl="2"/>
            <a:r>
              <a:rPr lang="en-US"/>
              <a:t>Third level bullet</a:t>
            </a:r>
          </a:p>
          <a:p>
            <a:pPr lvl="3"/>
            <a:r>
              <a:rPr lang="en-US"/>
              <a:t>Fourth level bullet</a:t>
            </a:r>
          </a:p>
          <a:p>
            <a:r>
              <a:rPr lang="en-US"/>
              <a:t>Either way, you have plenty of room here to add in both long and short text.</a:t>
            </a:r>
          </a:p>
          <a:p>
            <a:pPr lvl="0"/>
            <a:r>
              <a:rPr lang="en-US"/>
              <a:t>To change the background color, right click “Format Background” and choose a solid fill color from the palette. Be sure to change the text color as needed for 508 color contrast compliance.</a:t>
            </a:r>
          </a:p>
        </p:txBody>
      </p:sp>
    </p:spTree>
    <p:extLst>
      <p:ext uri="{BB962C8B-B14F-4D97-AF65-F5344CB8AC3E}">
        <p14:creationId xmlns:p14="http://schemas.microsoft.com/office/powerpoint/2010/main" val="44250115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ext_SimpleTEAL">
    <p:spTree>
      <p:nvGrpSpPr>
        <p:cNvPr id="1" name=""/>
        <p:cNvGrpSpPr/>
        <p:nvPr/>
      </p:nvGrpSpPr>
      <p:grpSpPr>
        <a:xfrm>
          <a:off x="0" y="0"/>
          <a:ext cx="0" cy="0"/>
          <a:chOff x="0" y="0"/>
          <a:chExt cx="0" cy="0"/>
        </a:xfrm>
      </p:grpSpPr>
      <p:sp>
        <p:nvSpPr>
          <p:cNvPr id="2" name="Rounded Rectangle 5">
            <a:extLst>
              <a:ext uri="{FF2B5EF4-FFF2-40B4-BE49-F238E27FC236}">
                <a16:creationId xmlns:a16="http://schemas.microsoft.com/office/drawing/2014/main" id="{A5203A29-8D7D-4E72-9832-FFC13B58DED9}"/>
              </a:ext>
              <a:ext uri="{C183D7F6-B498-43B3-948B-1728B52AA6E4}">
                <adec:decorative xmlns:adec="http://schemas.microsoft.com/office/drawing/2017/decorative" val="1"/>
              </a:ext>
            </a:extLst>
          </p:cNvPr>
          <p:cNvSpPr/>
          <p:nvPr userDrawn="1"/>
        </p:nvSpPr>
        <p:spPr>
          <a:xfrm>
            <a:off x="266701" y="267974"/>
            <a:ext cx="11658601" cy="6322055"/>
          </a:xfrm>
          <a:prstGeom prst="roundRect">
            <a:avLst>
              <a:gd name="adj" fmla="val 4726"/>
            </a:avLst>
          </a:prstGeom>
          <a:solidFill>
            <a:srgbClr val="EAF8F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3" name="Title 7">
            <a:extLst>
              <a:ext uri="{FF2B5EF4-FFF2-40B4-BE49-F238E27FC236}">
                <a16:creationId xmlns:a16="http://schemas.microsoft.com/office/drawing/2014/main" id="{84110822-F9D7-AE18-E804-8219735AD6A3}"/>
              </a:ext>
            </a:extLst>
          </p:cNvPr>
          <p:cNvSpPr>
            <a:spLocks noGrp="1"/>
          </p:cNvSpPr>
          <p:nvPr>
            <p:ph type="title" hasCustomPrompt="1"/>
          </p:nvPr>
        </p:nvSpPr>
        <p:spPr>
          <a:xfrm>
            <a:off x="887508" y="943327"/>
            <a:ext cx="10416988" cy="811369"/>
          </a:xfrm>
        </p:spPr>
        <p:txBody>
          <a:bodyPr/>
          <a:lstStyle>
            <a:lvl1pPr algn="ctr">
              <a:lnSpc>
                <a:spcPct val="100000"/>
              </a:lnSpc>
              <a:defRPr sz="2600">
                <a:solidFill>
                  <a:schemeClr val="tx1"/>
                </a:solidFill>
              </a:defRPr>
            </a:lvl1pPr>
          </a:lstStyle>
          <a:p>
            <a:r>
              <a:rPr lang="en-US"/>
              <a:t>Text Content Slide with Teal Tint Background</a:t>
            </a:r>
          </a:p>
        </p:txBody>
      </p:sp>
      <p:sp>
        <p:nvSpPr>
          <p:cNvPr id="4" name="Text Placeholder 9">
            <a:extLst>
              <a:ext uri="{FF2B5EF4-FFF2-40B4-BE49-F238E27FC236}">
                <a16:creationId xmlns:a16="http://schemas.microsoft.com/office/drawing/2014/main" id="{044DB129-1844-03BD-EA35-9BF5DDED5557}"/>
              </a:ext>
            </a:extLst>
          </p:cNvPr>
          <p:cNvSpPr>
            <a:spLocks noGrp="1"/>
          </p:cNvSpPr>
          <p:nvPr>
            <p:ph type="body" sz="quarter" idx="11" hasCustomPrompt="1"/>
          </p:nvPr>
        </p:nvSpPr>
        <p:spPr>
          <a:xfrm>
            <a:off x="774402" y="530401"/>
            <a:ext cx="10655598" cy="198987"/>
          </a:xfrm>
          <a:prstGeom prst="rect">
            <a:avLst/>
          </a:prstGeom>
        </p:spPr>
        <p:txBody>
          <a:bodyPr/>
          <a:lstStyle>
            <a:lvl1pPr marL="0" indent="0" algn="ctr">
              <a:lnSpc>
                <a:spcPct val="100000"/>
              </a:lnSpc>
              <a:buNone/>
              <a:defRPr sz="1400" b="0" i="0" cap="all" spc="200" baseline="0">
                <a:solidFill>
                  <a:schemeClr val="tx1"/>
                </a:solidFill>
                <a:latin typeface="Roboto Medium" panose="02000000000000000000" pitchFamily="2" charset="0"/>
                <a:ea typeface="Roboto Medium" panose="02000000000000000000" pitchFamily="2" charset="0"/>
              </a:defRPr>
            </a:lvl1pPr>
          </a:lstStyle>
          <a:p>
            <a:pPr lvl="0"/>
            <a:r>
              <a:rPr lang="en-US"/>
              <a:t>SUBHEAD GOES HERE</a:t>
            </a:r>
          </a:p>
        </p:txBody>
      </p:sp>
      <p:sp>
        <p:nvSpPr>
          <p:cNvPr id="6" name="Text Placeholder 5">
            <a:extLst>
              <a:ext uri="{FF2B5EF4-FFF2-40B4-BE49-F238E27FC236}">
                <a16:creationId xmlns:a16="http://schemas.microsoft.com/office/drawing/2014/main" id="{EDBD6384-68DA-8F83-A8C5-9123AD5E7F91}"/>
              </a:ext>
            </a:extLst>
          </p:cNvPr>
          <p:cNvSpPr>
            <a:spLocks noGrp="1"/>
          </p:cNvSpPr>
          <p:nvPr>
            <p:ph type="body" sz="quarter" idx="10" hasCustomPrompt="1"/>
          </p:nvPr>
        </p:nvSpPr>
        <p:spPr>
          <a:xfrm>
            <a:off x="887508" y="1983586"/>
            <a:ext cx="10416988" cy="4285188"/>
          </a:xfrm>
        </p:spPr>
        <p:txBody>
          <a:bodyPr/>
          <a:lstStyle>
            <a:lvl1pPr marL="342900" indent="-342900">
              <a:buFont typeface="Arial" panose="020B0604020202020204" pitchFamily="34" charset="0"/>
              <a:buChar char="•"/>
              <a:defRPr>
                <a:solidFill>
                  <a:schemeClr val="tx1"/>
                </a:solidFill>
              </a:defRPr>
            </a:lvl1pPr>
            <a:lvl2pPr marL="800100" indent="-342900">
              <a:buFont typeface="Courier New" panose="02070309020205020404" pitchFamily="49" charset="0"/>
              <a:buChar char="o"/>
              <a:defRPr>
                <a:solidFill>
                  <a:schemeClr val="tx1"/>
                </a:solidFill>
              </a:defRPr>
            </a:lvl2pPr>
            <a:lvl3pPr marL="1257300" indent="-342900">
              <a:buFont typeface="Wingdings" panose="05000000000000000000" pitchFamily="2" charset="2"/>
              <a:buChar char="§"/>
              <a:defRPr>
                <a:solidFill>
                  <a:schemeClr val="tx1"/>
                </a:solidFill>
              </a:defRPr>
            </a:lvl3pPr>
            <a:lvl4pPr marL="1714500" indent="-342900">
              <a:buFontTx/>
              <a:buChar char="›"/>
              <a:defRPr>
                <a:solidFill>
                  <a:schemeClr val="tx1"/>
                </a:solidFill>
              </a:defRPr>
            </a:lvl4pPr>
            <a:lvl5pPr>
              <a:defRPr>
                <a:solidFill>
                  <a:schemeClr val="bg1"/>
                </a:solidFill>
              </a:defRPr>
            </a:lvl5pPr>
          </a:lstStyle>
          <a:p>
            <a:pPr lvl="0"/>
            <a:r>
              <a:rPr lang="en-US"/>
              <a:t>Place in your content here. When pasting in content, please use the “Use Destination Theme” or “Keep Text Only” options to ensure the text matches this template’s styles.</a:t>
            </a:r>
          </a:p>
          <a:p>
            <a:r>
              <a:rPr lang="en-US"/>
              <a:t>You can edit the location and size of text boxes as needed to best fit the length of your content. Be sure to center the content in this space for the best aesthetics. </a:t>
            </a:r>
          </a:p>
          <a:p>
            <a:pPr lvl="0"/>
            <a:r>
              <a:rPr lang="en-US"/>
              <a:t>Keep content text to </a:t>
            </a:r>
            <a:r>
              <a:rPr lang="en-US" b="1"/>
              <a:t>no smaller than 18pt</a:t>
            </a:r>
            <a:r>
              <a:rPr lang="en-US"/>
              <a:t>. </a:t>
            </a:r>
          </a:p>
          <a:p>
            <a:pPr lvl="0"/>
            <a:r>
              <a:rPr lang="en-US"/>
              <a:t>Keep supporting text (captions) </a:t>
            </a:r>
            <a:r>
              <a:rPr lang="en-US" b="1"/>
              <a:t>no smaller than 14pt</a:t>
            </a:r>
            <a:r>
              <a:rPr lang="en-US"/>
              <a:t>.</a:t>
            </a:r>
          </a:p>
          <a:p>
            <a:r>
              <a:rPr lang="en-US"/>
              <a:t>You can also include bulleted or numbered lists.</a:t>
            </a:r>
          </a:p>
          <a:p>
            <a:pPr lvl="1"/>
            <a:r>
              <a:rPr lang="en-US"/>
              <a:t>Second level bullet</a:t>
            </a:r>
          </a:p>
          <a:p>
            <a:pPr lvl="2"/>
            <a:r>
              <a:rPr lang="en-US"/>
              <a:t>Third level bullet</a:t>
            </a:r>
          </a:p>
          <a:p>
            <a:pPr lvl="3"/>
            <a:r>
              <a:rPr lang="en-US"/>
              <a:t>Fourth level bullet</a:t>
            </a:r>
          </a:p>
          <a:p>
            <a:r>
              <a:rPr lang="en-US"/>
              <a:t>Either way, you have plenty of room here to add in both long and short text.</a:t>
            </a:r>
          </a:p>
          <a:p>
            <a:pPr lvl="0"/>
            <a:r>
              <a:rPr lang="en-US"/>
              <a:t>To change the background color, right click “Format Background” and choose a solid fill color from the palette. Be sure to change the text color as needed for 508 color contrast compliance.</a:t>
            </a:r>
          </a:p>
        </p:txBody>
      </p:sp>
    </p:spTree>
    <p:extLst>
      <p:ext uri="{BB962C8B-B14F-4D97-AF65-F5344CB8AC3E}">
        <p14:creationId xmlns:p14="http://schemas.microsoft.com/office/powerpoint/2010/main" val="170448738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ext_SimpleBLUE">
    <p:bg>
      <p:bgRef idx="1001">
        <a:schemeClr val="bg1"/>
      </p:bgRef>
    </p:bg>
    <p:spTree>
      <p:nvGrpSpPr>
        <p:cNvPr id="1" name=""/>
        <p:cNvGrpSpPr/>
        <p:nvPr/>
      </p:nvGrpSpPr>
      <p:grpSpPr>
        <a:xfrm>
          <a:off x="0" y="0"/>
          <a:ext cx="0" cy="0"/>
          <a:chOff x="0" y="0"/>
          <a:chExt cx="0" cy="0"/>
        </a:xfrm>
      </p:grpSpPr>
      <p:sp>
        <p:nvSpPr>
          <p:cNvPr id="2" name="Rounded Rectangle 5">
            <a:extLst>
              <a:ext uri="{FF2B5EF4-FFF2-40B4-BE49-F238E27FC236}">
                <a16:creationId xmlns:a16="http://schemas.microsoft.com/office/drawing/2014/main" id="{F31AFB81-87E3-C2F5-3835-C23DAC465BE6}"/>
              </a:ext>
              <a:ext uri="{C183D7F6-B498-43B3-948B-1728B52AA6E4}">
                <adec:decorative xmlns:adec="http://schemas.microsoft.com/office/drawing/2017/decorative" val="1"/>
              </a:ext>
            </a:extLst>
          </p:cNvPr>
          <p:cNvSpPr/>
          <p:nvPr userDrawn="1"/>
        </p:nvSpPr>
        <p:spPr>
          <a:xfrm>
            <a:off x="266701" y="267974"/>
            <a:ext cx="11658601" cy="6322055"/>
          </a:xfrm>
          <a:prstGeom prst="roundRect">
            <a:avLst>
              <a:gd name="adj" fmla="val 4726"/>
            </a:avLst>
          </a:prstGeom>
          <a:solidFill>
            <a:srgbClr val="ECF5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5" name="Title 7">
            <a:extLst>
              <a:ext uri="{FF2B5EF4-FFF2-40B4-BE49-F238E27FC236}">
                <a16:creationId xmlns:a16="http://schemas.microsoft.com/office/drawing/2014/main" id="{37882CC9-CA0D-5153-9733-FCB8A3CFD2B3}"/>
              </a:ext>
            </a:extLst>
          </p:cNvPr>
          <p:cNvSpPr>
            <a:spLocks noGrp="1"/>
          </p:cNvSpPr>
          <p:nvPr>
            <p:ph type="title" hasCustomPrompt="1"/>
          </p:nvPr>
        </p:nvSpPr>
        <p:spPr>
          <a:xfrm>
            <a:off x="887508" y="943327"/>
            <a:ext cx="10416988" cy="811369"/>
          </a:xfrm>
        </p:spPr>
        <p:txBody>
          <a:bodyPr/>
          <a:lstStyle>
            <a:lvl1pPr algn="ctr">
              <a:lnSpc>
                <a:spcPct val="100000"/>
              </a:lnSpc>
              <a:defRPr sz="2600">
                <a:solidFill>
                  <a:schemeClr val="tx2"/>
                </a:solidFill>
              </a:defRPr>
            </a:lvl1pPr>
          </a:lstStyle>
          <a:p>
            <a:r>
              <a:rPr lang="en-US"/>
              <a:t>Simple Text Content Slide with Blue Tint Background</a:t>
            </a:r>
          </a:p>
        </p:txBody>
      </p:sp>
      <p:sp>
        <p:nvSpPr>
          <p:cNvPr id="6" name="Text Placeholder 9">
            <a:extLst>
              <a:ext uri="{FF2B5EF4-FFF2-40B4-BE49-F238E27FC236}">
                <a16:creationId xmlns:a16="http://schemas.microsoft.com/office/drawing/2014/main" id="{DB0DC405-843B-F577-4590-F810904AE60D}"/>
              </a:ext>
            </a:extLst>
          </p:cNvPr>
          <p:cNvSpPr>
            <a:spLocks noGrp="1"/>
          </p:cNvSpPr>
          <p:nvPr>
            <p:ph type="body" sz="quarter" idx="11" hasCustomPrompt="1"/>
          </p:nvPr>
        </p:nvSpPr>
        <p:spPr>
          <a:xfrm>
            <a:off x="774402" y="530401"/>
            <a:ext cx="10655598" cy="198987"/>
          </a:xfrm>
          <a:prstGeom prst="rect">
            <a:avLst/>
          </a:prstGeom>
        </p:spPr>
        <p:txBody>
          <a:bodyPr/>
          <a:lstStyle>
            <a:lvl1pPr marL="0" indent="0" algn="ctr">
              <a:lnSpc>
                <a:spcPct val="100000"/>
              </a:lnSpc>
              <a:buNone/>
              <a:defRPr sz="1400" b="0" i="0" cap="all" spc="200" baseline="0">
                <a:solidFill>
                  <a:schemeClr val="tx2"/>
                </a:solidFill>
                <a:latin typeface="Roboto Medium" panose="02000000000000000000" pitchFamily="2" charset="0"/>
                <a:ea typeface="Roboto Medium" panose="02000000000000000000" pitchFamily="2" charset="0"/>
              </a:defRPr>
            </a:lvl1pPr>
          </a:lstStyle>
          <a:p>
            <a:pPr lvl="0"/>
            <a:r>
              <a:rPr lang="en-US"/>
              <a:t>SUBHEAD GOES HERE</a:t>
            </a:r>
          </a:p>
        </p:txBody>
      </p:sp>
      <p:sp>
        <p:nvSpPr>
          <p:cNvPr id="7" name="Text Placeholder 5">
            <a:extLst>
              <a:ext uri="{FF2B5EF4-FFF2-40B4-BE49-F238E27FC236}">
                <a16:creationId xmlns:a16="http://schemas.microsoft.com/office/drawing/2014/main" id="{395250A9-6CB1-2582-0E6F-BF163E5D3436}"/>
              </a:ext>
            </a:extLst>
          </p:cNvPr>
          <p:cNvSpPr>
            <a:spLocks noGrp="1"/>
          </p:cNvSpPr>
          <p:nvPr>
            <p:ph type="body" sz="quarter" idx="10" hasCustomPrompt="1"/>
          </p:nvPr>
        </p:nvSpPr>
        <p:spPr>
          <a:xfrm>
            <a:off x="887508" y="1983586"/>
            <a:ext cx="10416988" cy="4285188"/>
          </a:xfrm>
        </p:spPr>
        <p:txBody>
          <a:bodyPr/>
          <a:lstStyle>
            <a:lvl1pPr marL="342900" indent="-342900">
              <a:buFont typeface="Arial" panose="020B0604020202020204" pitchFamily="34" charset="0"/>
              <a:buChar char="•"/>
              <a:defRPr>
                <a:solidFill>
                  <a:schemeClr val="tx1"/>
                </a:solidFill>
              </a:defRPr>
            </a:lvl1pPr>
            <a:lvl2pPr marL="800100" indent="-342900">
              <a:buFont typeface="Courier New" panose="02070309020205020404" pitchFamily="49" charset="0"/>
              <a:buChar char="o"/>
              <a:defRPr>
                <a:solidFill>
                  <a:schemeClr val="tx1"/>
                </a:solidFill>
              </a:defRPr>
            </a:lvl2pPr>
            <a:lvl3pPr marL="1257300" indent="-342900">
              <a:buFont typeface="Wingdings" panose="05000000000000000000" pitchFamily="2" charset="2"/>
              <a:buChar char="§"/>
              <a:defRPr>
                <a:solidFill>
                  <a:schemeClr val="tx1"/>
                </a:solidFill>
              </a:defRPr>
            </a:lvl3pPr>
            <a:lvl4pPr marL="1714500" indent="-342900">
              <a:buFontTx/>
              <a:buChar char="›"/>
              <a:defRPr>
                <a:solidFill>
                  <a:schemeClr val="tx1"/>
                </a:solidFill>
              </a:defRPr>
            </a:lvl4pPr>
            <a:lvl5pPr>
              <a:defRPr>
                <a:solidFill>
                  <a:schemeClr val="bg1"/>
                </a:solidFill>
              </a:defRPr>
            </a:lvl5pPr>
          </a:lstStyle>
          <a:p>
            <a:pPr lvl="0"/>
            <a:r>
              <a:rPr lang="en-US"/>
              <a:t>Place in your content here. When pasting in content, please use the “Use Destination Theme” or “Keep Text Only” options to ensure the text matches this template’s styles.</a:t>
            </a:r>
          </a:p>
          <a:p>
            <a:r>
              <a:rPr lang="en-US"/>
              <a:t>You can edit the location and size of text boxes as needed to best fit the length of your content. Be sure to center the content in this space for the best aesthetics. </a:t>
            </a:r>
          </a:p>
          <a:p>
            <a:pPr lvl="0"/>
            <a:r>
              <a:rPr lang="en-US"/>
              <a:t>Keep content text to </a:t>
            </a:r>
            <a:r>
              <a:rPr lang="en-US" b="1"/>
              <a:t>no smaller than 18pt</a:t>
            </a:r>
            <a:r>
              <a:rPr lang="en-US"/>
              <a:t>. </a:t>
            </a:r>
          </a:p>
          <a:p>
            <a:pPr lvl="0"/>
            <a:r>
              <a:rPr lang="en-US"/>
              <a:t>Keep supporting text (captions) </a:t>
            </a:r>
            <a:r>
              <a:rPr lang="en-US" b="1"/>
              <a:t>no smaller than 14pt</a:t>
            </a:r>
            <a:r>
              <a:rPr lang="en-US"/>
              <a:t>.</a:t>
            </a:r>
          </a:p>
          <a:p>
            <a:r>
              <a:rPr lang="en-US"/>
              <a:t>You can also include bulleted or numbered lists.</a:t>
            </a:r>
          </a:p>
          <a:p>
            <a:pPr lvl="1"/>
            <a:r>
              <a:rPr lang="en-US"/>
              <a:t>Second level bullet</a:t>
            </a:r>
          </a:p>
          <a:p>
            <a:pPr lvl="2"/>
            <a:r>
              <a:rPr lang="en-US"/>
              <a:t>Third level bullet</a:t>
            </a:r>
          </a:p>
          <a:p>
            <a:pPr lvl="3"/>
            <a:r>
              <a:rPr lang="en-US"/>
              <a:t>Fourth level bullet</a:t>
            </a:r>
          </a:p>
          <a:p>
            <a:r>
              <a:rPr lang="en-US"/>
              <a:t>Either way, you have plenty of room here to add in both long and short text.</a:t>
            </a:r>
          </a:p>
          <a:p>
            <a:pPr lvl="0"/>
            <a:r>
              <a:rPr lang="en-US"/>
              <a:t>To change the background color, right click “Format Background” and choose a solid fill color from the palette. Be sure to change the text color as needed for 508 color contrast compliance.</a:t>
            </a:r>
          </a:p>
        </p:txBody>
      </p:sp>
    </p:spTree>
    <p:extLst>
      <p:ext uri="{BB962C8B-B14F-4D97-AF65-F5344CB8AC3E}">
        <p14:creationId xmlns:p14="http://schemas.microsoft.com/office/powerpoint/2010/main" val="1654695350"/>
      </p:ext>
    </p:extLst>
  </p:cSld>
  <p:clrMapOvr>
    <a:overrideClrMapping bg1="lt1" tx1="dk1" bg2="lt2" tx2="dk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Meeting Agenda">
    <p:spTree>
      <p:nvGrpSpPr>
        <p:cNvPr id="1" name=""/>
        <p:cNvGrpSpPr/>
        <p:nvPr/>
      </p:nvGrpSpPr>
      <p:grpSpPr>
        <a:xfrm>
          <a:off x="0" y="0"/>
          <a:ext cx="0" cy="0"/>
          <a:chOff x="0" y="0"/>
          <a:chExt cx="0" cy="0"/>
        </a:xfrm>
      </p:grpSpPr>
      <p:sp>
        <p:nvSpPr>
          <p:cNvPr id="2" name="Rounded Rectangle 5">
            <a:extLst>
              <a:ext uri="{FF2B5EF4-FFF2-40B4-BE49-F238E27FC236}">
                <a16:creationId xmlns:a16="http://schemas.microsoft.com/office/drawing/2014/main" id="{A029CAEA-D82D-AAD9-C4A0-A8D417CD559B}"/>
              </a:ext>
              <a:ext uri="{C183D7F6-B498-43B3-948B-1728B52AA6E4}">
                <adec:decorative xmlns:adec="http://schemas.microsoft.com/office/drawing/2017/decorative" val="1"/>
              </a:ext>
            </a:extLst>
          </p:cNvPr>
          <p:cNvSpPr/>
          <p:nvPr userDrawn="1"/>
        </p:nvSpPr>
        <p:spPr>
          <a:xfrm>
            <a:off x="266701" y="267973"/>
            <a:ext cx="11658601" cy="6322055"/>
          </a:xfrm>
          <a:prstGeom prst="roundRect">
            <a:avLst>
              <a:gd name="adj" fmla="val 4726"/>
            </a:avLst>
          </a:prstGeom>
          <a:solidFill>
            <a:srgbClr val="ECF5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4" name="Rectangle: Top Corners Rounded 72">
            <a:extLst>
              <a:ext uri="{FF2B5EF4-FFF2-40B4-BE49-F238E27FC236}">
                <a16:creationId xmlns:a16="http://schemas.microsoft.com/office/drawing/2014/main" id="{DAD1AFA7-A11D-A45A-D8B4-8C7EBDC87BE5}"/>
              </a:ext>
              <a:ext uri="{C183D7F6-B498-43B3-948B-1728B52AA6E4}">
                <adec:decorative xmlns:adec="http://schemas.microsoft.com/office/drawing/2017/decorative" val="1"/>
              </a:ext>
            </a:extLst>
          </p:cNvPr>
          <p:cNvSpPr/>
          <p:nvPr userDrawn="1"/>
        </p:nvSpPr>
        <p:spPr>
          <a:xfrm flipH="1" flipV="1">
            <a:off x="2084831" y="0"/>
            <a:ext cx="8028432" cy="666750"/>
          </a:xfrm>
          <a:prstGeom prst="round2SameRect">
            <a:avLst>
              <a:gd name="adj1" fmla="val 30472"/>
              <a:gd name="adj2" fmla="val 0"/>
            </a:avLst>
          </a:prstGeom>
          <a:solidFill>
            <a:schemeClr val="tx2"/>
          </a:solidFill>
          <a:ln>
            <a:noFill/>
          </a:ln>
          <a:effectLst>
            <a:outerShdw blurRad="762000" dist="114300" dir="2700000" algn="tl"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800" b="1">
              <a:latin typeface="Roboto" panose="02000000000000000000" pitchFamily="2" charset="0"/>
              <a:ea typeface="Roboto" panose="02000000000000000000" pitchFamily="2" charset="0"/>
            </a:endParaRPr>
          </a:p>
        </p:txBody>
      </p:sp>
      <p:sp>
        <p:nvSpPr>
          <p:cNvPr id="18" name="Title 7">
            <a:extLst>
              <a:ext uri="{FF2B5EF4-FFF2-40B4-BE49-F238E27FC236}">
                <a16:creationId xmlns:a16="http://schemas.microsoft.com/office/drawing/2014/main" id="{7BFB01D5-A81B-14C4-1998-89B066C75F42}"/>
              </a:ext>
            </a:extLst>
          </p:cNvPr>
          <p:cNvSpPr>
            <a:spLocks noGrp="1"/>
          </p:cNvSpPr>
          <p:nvPr>
            <p:ph type="title" hasCustomPrompt="1"/>
          </p:nvPr>
        </p:nvSpPr>
        <p:spPr>
          <a:xfrm>
            <a:off x="774402" y="934724"/>
            <a:ext cx="10655598" cy="645231"/>
          </a:xfrm>
        </p:spPr>
        <p:txBody>
          <a:bodyPr/>
          <a:lstStyle>
            <a:lvl1pPr algn="ctr">
              <a:lnSpc>
                <a:spcPct val="100000"/>
              </a:lnSpc>
              <a:defRPr sz="2600">
                <a:solidFill>
                  <a:schemeClr val="tx1">
                    <a:lumMod val="75000"/>
                    <a:lumOff val="25000"/>
                  </a:schemeClr>
                </a:solidFill>
              </a:defRPr>
            </a:lvl1pPr>
          </a:lstStyle>
          <a:p>
            <a:r>
              <a:rPr lang="en-US"/>
              <a:t>Meeting Agenda</a:t>
            </a:r>
          </a:p>
        </p:txBody>
      </p:sp>
      <p:sp>
        <p:nvSpPr>
          <p:cNvPr id="5" name="Text Placeholder 19">
            <a:extLst>
              <a:ext uri="{FF2B5EF4-FFF2-40B4-BE49-F238E27FC236}">
                <a16:creationId xmlns:a16="http://schemas.microsoft.com/office/drawing/2014/main" id="{FAC8998C-8611-5708-DFEF-B77036F84A80}"/>
              </a:ext>
            </a:extLst>
          </p:cNvPr>
          <p:cNvSpPr>
            <a:spLocks noGrp="1"/>
          </p:cNvSpPr>
          <p:nvPr>
            <p:ph type="body" sz="quarter" idx="26" hasCustomPrompt="1"/>
          </p:nvPr>
        </p:nvSpPr>
        <p:spPr>
          <a:xfrm>
            <a:off x="4689028" y="194876"/>
            <a:ext cx="2813947" cy="279687"/>
          </a:xfrm>
          <a:prstGeom prst="rect">
            <a:avLst/>
          </a:prstGeom>
        </p:spPr>
        <p:txBody>
          <a:bodyPr/>
          <a:lstStyle>
            <a:lvl1pPr marL="0" indent="0" algn="ctr" defTabSz="914400" rtl="0" eaLnBrk="1" latinLnBrk="0" hangingPunct="1">
              <a:lnSpc>
                <a:spcPct val="150000"/>
              </a:lnSpc>
              <a:buNone/>
              <a:defRPr lang="en-US" sz="1400" b="1" kern="1200" cap="all" spc="200" baseline="0" dirty="0">
                <a:solidFill>
                  <a:schemeClr val="bg1"/>
                </a:solidFill>
                <a:latin typeface="Roboto" panose="02000000000000000000" pitchFamily="2" charset="0"/>
                <a:ea typeface="Roboto" panose="02000000000000000000" pitchFamily="2" charset="0"/>
                <a:cs typeface="Poppins Medium" panose="00000600000000000000" pitchFamily="2" charset="0"/>
              </a:defRPr>
            </a:lvl1pPr>
          </a:lstStyle>
          <a:p>
            <a:pPr lvl="0"/>
            <a:r>
              <a:rPr lang="en-US"/>
              <a:t>Meeting Name/Date</a:t>
            </a:r>
          </a:p>
        </p:txBody>
      </p:sp>
      <p:sp>
        <p:nvSpPr>
          <p:cNvPr id="19" name="Text Placeholder 11">
            <a:extLst>
              <a:ext uri="{FF2B5EF4-FFF2-40B4-BE49-F238E27FC236}">
                <a16:creationId xmlns:a16="http://schemas.microsoft.com/office/drawing/2014/main" id="{68D3F23B-9AE1-1FFE-4504-6CF4F36637E4}"/>
              </a:ext>
            </a:extLst>
          </p:cNvPr>
          <p:cNvSpPr>
            <a:spLocks noGrp="1"/>
          </p:cNvSpPr>
          <p:nvPr>
            <p:ph type="body" sz="quarter" idx="14" hasCustomPrompt="1"/>
          </p:nvPr>
        </p:nvSpPr>
        <p:spPr>
          <a:xfrm>
            <a:off x="774404" y="1840892"/>
            <a:ext cx="5146894" cy="4543446"/>
          </a:xfrm>
          <a:prstGeom prst="rect">
            <a:avLst/>
          </a:prstGeom>
        </p:spPr>
        <p:txBody>
          <a:bodyPr/>
          <a:lstStyle>
            <a:lvl1pPr marL="230188" indent="-230188">
              <a:lnSpc>
                <a:spcPts val="2400"/>
              </a:lnSpc>
              <a:spcBef>
                <a:spcPts val="1200"/>
              </a:spcBef>
              <a:buFont typeface="Arial" panose="020B0604020202020204" pitchFamily="34" charset="0"/>
              <a:buChar char="•"/>
              <a:defRPr lang="en-US" sz="1800" b="0" kern="1200" dirty="0" smtClean="0">
                <a:solidFill>
                  <a:schemeClr val="tx1"/>
                </a:solidFill>
                <a:latin typeface="Nunito Sans Normal" pitchFamily="2" charset="77"/>
                <a:ea typeface="+mn-ea"/>
                <a:cs typeface="Arial" panose="020B0604020202020204" pitchFamily="34" charset="0"/>
              </a:defRPr>
            </a:lvl1pPr>
            <a:lvl2pPr marL="687388" indent="-230188">
              <a:buFont typeface="Courier New" panose="02070309020205020404" pitchFamily="49" charset="0"/>
              <a:buChar char="o"/>
              <a:defRPr lang="en-US" sz="1800" b="0" kern="1200" dirty="0" smtClean="0">
                <a:solidFill>
                  <a:schemeClr val="tx1"/>
                </a:solidFill>
                <a:latin typeface="Nunito Sans Normal" pitchFamily="2" charset="77"/>
                <a:ea typeface="+mn-ea"/>
                <a:cs typeface="Arial" panose="020B0604020202020204" pitchFamily="34" charset="0"/>
              </a:defRPr>
            </a:lvl2pPr>
            <a:lvl3pPr>
              <a:defRPr lang="en-US" sz="1800" b="0" kern="1200" dirty="0" smtClean="0">
                <a:solidFill>
                  <a:schemeClr val="tx1"/>
                </a:solidFill>
                <a:latin typeface="Nunito Sans Normal" pitchFamily="2" charset="77"/>
                <a:ea typeface="+mn-ea"/>
                <a:cs typeface="Arial" panose="020B0604020202020204" pitchFamily="34" charset="0"/>
              </a:defRPr>
            </a:lvl3pPr>
            <a:lvl4pPr marL="1371600" indent="-169863">
              <a:buFontTx/>
              <a:buChar char="›"/>
              <a:defRPr lang="en-US" sz="1800" b="0" kern="1200" dirty="0" smtClean="0">
                <a:solidFill>
                  <a:schemeClr val="tx1"/>
                </a:solidFill>
                <a:latin typeface="Nunito Sans Normal" pitchFamily="2" charset="77"/>
                <a:ea typeface="+mn-ea"/>
                <a:cs typeface="Arial" panose="020B0604020202020204" pitchFamily="34" charset="0"/>
              </a:defRPr>
            </a:lvl4pPr>
          </a:lstStyle>
          <a:p>
            <a:pPr lvl="0"/>
            <a:r>
              <a:rPr lang="en-US"/>
              <a:t>Place in your content here. When pasting in content, please use the “Use Destination Theme” or “Keep Text Only” options to ensure the text matches this template’s styles.</a:t>
            </a:r>
          </a:p>
          <a:p>
            <a:pPr lvl="0"/>
            <a:r>
              <a:rPr lang="en-US"/>
              <a:t>You can include bulleted lists, including the meeting objectives, topics for discussion, or the presenters or team members. </a:t>
            </a:r>
          </a:p>
          <a:p>
            <a:pPr lvl="0"/>
            <a:r>
              <a:rPr lang="en-US"/>
              <a:t>First level</a:t>
            </a:r>
          </a:p>
          <a:p>
            <a:pPr lvl="1"/>
            <a:r>
              <a:rPr lang="en-US"/>
              <a:t>Second level</a:t>
            </a:r>
          </a:p>
          <a:p>
            <a:pPr lvl="2"/>
            <a:r>
              <a:rPr lang="en-US"/>
              <a:t>Third level </a:t>
            </a:r>
          </a:p>
          <a:p>
            <a:pPr lvl="3"/>
            <a:r>
              <a:rPr lang="en-US"/>
              <a:t>Fourth level</a:t>
            </a:r>
          </a:p>
        </p:txBody>
      </p:sp>
      <p:sp>
        <p:nvSpPr>
          <p:cNvPr id="3" name="Text Placeholder 11">
            <a:extLst>
              <a:ext uri="{FF2B5EF4-FFF2-40B4-BE49-F238E27FC236}">
                <a16:creationId xmlns:a16="http://schemas.microsoft.com/office/drawing/2014/main" id="{115CD9F2-68CA-396F-8E68-25C753DC9FC2}"/>
              </a:ext>
            </a:extLst>
          </p:cNvPr>
          <p:cNvSpPr>
            <a:spLocks noGrp="1"/>
          </p:cNvSpPr>
          <p:nvPr>
            <p:ph type="body" sz="quarter" idx="16" hasCustomPrompt="1"/>
          </p:nvPr>
        </p:nvSpPr>
        <p:spPr>
          <a:xfrm>
            <a:off x="6270704" y="1847927"/>
            <a:ext cx="5146894" cy="4543446"/>
          </a:xfrm>
          <a:prstGeom prst="rect">
            <a:avLst/>
          </a:prstGeom>
        </p:spPr>
        <p:txBody>
          <a:bodyPr/>
          <a:lstStyle>
            <a:lvl1pPr marL="171450" indent="-171450">
              <a:lnSpc>
                <a:spcPts val="2400"/>
              </a:lnSpc>
              <a:spcBef>
                <a:spcPts val="1200"/>
              </a:spcBef>
              <a:buFont typeface="Arial" panose="020B0604020202020204" pitchFamily="34" charset="0"/>
              <a:buChar char="•"/>
              <a:defRPr sz="1800" b="0">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stStyle>
          <a:p>
            <a:pPr lvl="0"/>
            <a:r>
              <a:rPr lang="en-US"/>
              <a:t>Place in your content here. When pasting in content, please use the “Use Destination Theme” or “Keep Text Only” options to ensure the text matches this template’s styles.</a:t>
            </a:r>
          </a:p>
          <a:p>
            <a:pPr lvl="0"/>
            <a:r>
              <a:rPr lang="en-US"/>
              <a:t>You can include bulleted lists, including the meeting objectives, topics for discussion, or the presenters or team members. </a:t>
            </a:r>
          </a:p>
          <a:p>
            <a:pPr lvl="0"/>
            <a:r>
              <a:rPr lang="en-US"/>
              <a:t>First level</a:t>
            </a:r>
          </a:p>
          <a:p>
            <a:pPr lvl="1"/>
            <a:r>
              <a:rPr lang="en-US"/>
              <a:t>Second level</a:t>
            </a:r>
          </a:p>
          <a:p>
            <a:pPr lvl="2"/>
            <a:r>
              <a:rPr lang="en-US"/>
              <a:t>Third level </a:t>
            </a:r>
          </a:p>
          <a:p>
            <a:pPr lvl="3"/>
            <a:r>
              <a:rPr lang="en-US"/>
              <a:t>Fourth level</a:t>
            </a:r>
          </a:p>
          <a:p>
            <a:pPr lvl="0"/>
            <a:endParaRPr lang="en-US"/>
          </a:p>
        </p:txBody>
      </p:sp>
    </p:spTree>
    <p:extLst>
      <p:ext uri="{BB962C8B-B14F-4D97-AF65-F5344CB8AC3E}">
        <p14:creationId xmlns:p14="http://schemas.microsoft.com/office/powerpoint/2010/main" val="105775438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ext_2Column">
    <p:spTree>
      <p:nvGrpSpPr>
        <p:cNvPr id="1" name=""/>
        <p:cNvGrpSpPr/>
        <p:nvPr/>
      </p:nvGrpSpPr>
      <p:grpSpPr>
        <a:xfrm>
          <a:off x="0" y="0"/>
          <a:ext cx="0" cy="0"/>
          <a:chOff x="0" y="0"/>
          <a:chExt cx="0" cy="0"/>
        </a:xfrm>
      </p:grpSpPr>
      <p:sp>
        <p:nvSpPr>
          <p:cNvPr id="2" name="Rounded Rectangle 5">
            <a:extLst>
              <a:ext uri="{FF2B5EF4-FFF2-40B4-BE49-F238E27FC236}">
                <a16:creationId xmlns:a16="http://schemas.microsoft.com/office/drawing/2014/main" id="{A029CAEA-D82D-AAD9-C4A0-A8D417CD559B}"/>
              </a:ext>
              <a:ext uri="{C183D7F6-B498-43B3-948B-1728B52AA6E4}">
                <adec:decorative xmlns:adec="http://schemas.microsoft.com/office/drawing/2017/decorative" val="1"/>
              </a:ext>
            </a:extLst>
          </p:cNvPr>
          <p:cNvSpPr/>
          <p:nvPr userDrawn="1"/>
        </p:nvSpPr>
        <p:spPr>
          <a:xfrm>
            <a:off x="266701" y="267974"/>
            <a:ext cx="11658601" cy="6322055"/>
          </a:xfrm>
          <a:prstGeom prst="roundRect">
            <a:avLst>
              <a:gd name="adj" fmla="val 4726"/>
            </a:avLst>
          </a:prstGeom>
          <a:solidFill>
            <a:srgbClr val="ECF5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8" name="Title 7">
            <a:extLst>
              <a:ext uri="{FF2B5EF4-FFF2-40B4-BE49-F238E27FC236}">
                <a16:creationId xmlns:a16="http://schemas.microsoft.com/office/drawing/2014/main" id="{7BFB01D5-A81B-14C4-1998-89B066C75F42}"/>
              </a:ext>
            </a:extLst>
          </p:cNvPr>
          <p:cNvSpPr>
            <a:spLocks noGrp="1"/>
          </p:cNvSpPr>
          <p:nvPr>
            <p:ph type="title" hasCustomPrompt="1"/>
          </p:nvPr>
        </p:nvSpPr>
        <p:spPr>
          <a:xfrm>
            <a:off x="774402" y="1079230"/>
            <a:ext cx="10655598" cy="645231"/>
          </a:xfrm>
        </p:spPr>
        <p:txBody>
          <a:bodyPr/>
          <a:lstStyle>
            <a:lvl1pPr algn="ctr">
              <a:lnSpc>
                <a:spcPct val="100000"/>
              </a:lnSpc>
              <a:defRPr sz="2600">
                <a:solidFill>
                  <a:schemeClr val="accent3"/>
                </a:solidFill>
              </a:defRPr>
            </a:lvl1pPr>
          </a:lstStyle>
          <a:p>
            <a:r>
              <a:rPr lang="en-US"/>
              <a:t>Two Column Content Slide</a:t>
            </a:r>
          </a:p>
        </p:txBody>
      </p:sp>
      <p:sp>
        <p:nvSpPr>
          <p:cNvPr id="19" name="Text Placeholder 11">
            <a:extLst>
              <a:ext uri="{FF2B5EF4-FFF2-40B4-BE49-F238E27FC236}">
                <a16:creationId xmlns:a16="http://schemas.microsoft.com/office/drawing/2014/main" id="{68D3F23B-9AE1-1FFE-4504-6CF4F36637E4}"/>
              </a:ext>
            </a:extLst>
          </p:cNvPr>
          <p:cNvSpPr>
            <a:spLocks noGrp="1"/>
          </p:cNvSpPr>
          <p:nvPr>
            <p:ph type="body" sz="quarter" idx="14" hasCustomPrompt="1"/>
          </p:nvPr>
        </p:nvSpPr>
        <p:spPr>
          <a:xfrm>
            <a:off x="774404" y="2059929"/>
            <a:ext cx="5146894" cy="3694808"/>
          </a:xfrm>
          <a:prstGeom prst="rect">
            <a:avLst/>
          </a:prstGeom>
        </p:spPr>
        <p:txBody>
          <a:bodyPr/>
          <a:lstStyle>
            <a:lvl1pPr marL="171450" marR="0" indent="-171450" algn="l" defTabSz="914400" rtl="0" eaLnBrk="1" fontAlgn="auto" latinLnBrk="0" hangingPunct="1">
              <a:lnSpc>
                <a:spcPts val="2400"/>
              </a:lnSpc>
              <a:spcBef>
                <a:spcPts val="1200"/>
              </a:spcBef>
              <a:spcAft>
                <a:spcPts val="0"/>
              </a:spcAft>
              <a:buClrTx/>
              <a:buSzTx/>
              <a:buFont typeface="Arial" panose="020B0604020202020204" pitchFamily="34" charset="0"/>
              <a:buChar char="•"/>
              <a:tabLst/>
              <a:defRPr sz="1800" b="0">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stStyle>
          <a:p>
            <a:pPr lvl="0"/>
            <a:r>
              <a:rPr lang="en-US"/>
              <a:t>Place in your content here. When pasting in content, please use the “Use Destination Theme” or “Keep Text Only” options to ensure the text matches this template’s styles.</a:t>
            </a:r>
          </a:p>
          <a:p>
            <a:pPr lvl="0"/>
            <a:r>
              <a:rPr lang="en-US"/>
              <a:t>You can even include bulleted lists like this one</a:t>
            </a:r>
          </a:p>
          <a:p>
            <a:pPr lvl="1"/>
            <a:r>
              <a:rPr lang="en-US"/>
              <a:t>Second level</a:t>
            </a:r>
          </a:p>
          <a:p>
            <a:pPr lvl="2"/>
            <a:r>
              <a:rPr lang="en-US"/>
              <a:t>Third level </a:t>
            </a:r>
          </a:p>
          <a:p>
            <a:pPr lvl="3"/>
            <a:r>
              <a:rPr lang="en-US"/>
              <a:t>Fourth level</a:t>
            </a:r>
          </a:p>
          <a:p>
            <a:pPr marL="171450" marR="0" lvl="0" indent="-171450" algn="l" defTabSz="914400" rtl="0" eaLnBrk="1" fontAlgn="auto" latinLnBrk="0" hangingPunct="1">
              <a:lnSpc>
                <a:spcPts val="2400"/>
              </a:lnSpc>
              <a:spcBef>
                <a:spcPts val="1200"/>
              </a:spcBef>
              <a:spcAft>
                <a:spcPts val="0"/>
              </a:spcAft>
              <a:buClrTx/>
              <a:buSzTx/>
              <a:buFont typeface="Arial" panose="020B0604020202020204" pitchFamily="34" charset="0"/>
              <a:buChar char="•"/>
              <a:tabLst/>
              <a:defRPr/>
            </a:pPr>
            <a:r>
              <a:rPr lang="en-US"/>
              <a:t>If you have just a few, make sure to center everything vertically in this space for best aesthetics.</a:t>
            </a:r>
          </a:p>
        </p:txBody>
      </p:sp>
      <p:sp>
        <p:nvSpPr>
          <p:cNvPr id="3" name="Text Placeholder 11">
            <a:extLst>
              <a:ext uri="{FF2B5EF4-FFF2-40B4-BE49-F238E27FC236}">
                <a16:creationId xmlns:a16="http://schemas.microsoft.com/office/drawing/2014/main" id="{115CD9F2-68CA-396F-8E68-25C753DC9FC2}"/>
              </a:ext>
            </a:extLst>
          </p:cNvPr>
          <p:cNvSpPr>
            <a:spLocks noGrp="1"/>
          </p:cNvSpPr>
          <p:nvPr>
            <p:ph type="body" sz="quarter" idx="16" hasCustomPrompt="1"/>
          </p:nvPr>
        </p:nvSpPr>
        <p:spPr>
          <a:xfrm>
            <a:off x="6270704" y="2066964"/>
            <a:ext cx="5146894" cy="3694808"/>
          </a:xfrm>
          <a:prstGeom prst="rect">
            <a:avLst/>
          </a:prstGeom>
        </p:spPr>
        <p:txBody>
          <a:bodyPr/>
          <a:lstStyle>
            <a:lvl1pPr marL="171450" marR="0" indent="-171450" algn="l" defTabSz="914400" rtl="0" eaLnBrk="1" fontAlgn="auto" latinLnBrk="0" hangingPunct="1">
              <a:lnSpc>
                <a:spcPts val="2400"/>
              </a:lnSpc>
              <a:spcBef>
                <a:spcPts val="1200"/>
              </a:spcBef>
              <a:spcAft>
                <a:spcPts val="0"/>
              </a:spcAft>
              <a:buClrTx/>
              <a:buSzTx/>
              <a:buFont typeface="Arial" panose="020B0604020202020204" pitchFamily="34" charset="0"/>
              <a:buChar char="•"/>
              <a:tabLst/>
              <a:defRPr sz="1800" b="0">
                <a:solidFill>
                  <a:schemeClr val="tx1"/>
                </a:solidFill>
              </a:defRPr>
            </a:lvl1pPr>
          </a:lstStyle>
          <a:p>
            <a:pPr lvl="0"/>
            <a:r>
              <a:rPr lang="en-US"/>
              <a:t>Place in your content here. When pasting in content, please use the “Use Destination Theme” or “Keep Text Only” options to ensure the text matches this template’s styles.</a:t>
            </a:r>
          </a:p>
          <a:p>
            <a:pPr lvl="0"/>
            <a:r>
              <a:rPr lang="en-US"/>
              <a:t>You can even include bulleted lists like this one</a:t>
            </a:r>
          </a:p>
          <a:p>
            <a:pPr lvl="1"/>
            <a:r>
              <a:rPr lang="en-US"/>
              <a:t>Second level</a:t>
            </a:r>
          </a:p>
          <a:p>
            <a:pPr lvl="2"/>
            <a:r>
              <a:rPr lang="en-US"/>
              <a:t>Third level </a:t>
            </a:r>
          </a:p>
          <a:p>
            <a:pPr lvl="3"/>
            <a:r>
              <a:rPr lang="en-US"/>
              <a:t>Fourth level</a:t>
            </a:r>
          </a:p>
          <a:p>
            <a:pPr marL="171450" marR="0" lvl="0" indent="-171450" algn="l" defTabSz="914400" rtl="0" eaLnBrk="1" fontAlgn="auto" latinLnBrk="0" hangingPunct="1">
              <a:lnSpc>
                <a:spcPts val="2400"/>
              </a:lnSpc>
              <a:spcBef>
                <a:spcPts val="1200"/>
              </a:spcBef>
              <a:spcAft>
                <a:spcPts val="0"/>
              </a:spcAft>
              <a:buClrTx/>
              <a:buSzTx/>
              <a:buFont typeface="Arial" panose="020B0604020202020204" pitchFamily="34" charset="0"/>
              <a:buChar char="•"/>
              <a:tabLst/>
              <a:defRPr/>
            </a:pPr>
            <a:r>
              <a:rPr lang="en-US"/>
              <a:t>If you have just a few, make sure to center everything vertically in this space for best aesthetics.</a:t>
            </a:r>
          </a:p>
        </p:txBody>
      </p:sp>
    </p:spTree>
    <p:extLst>
      <p:ext uri="{BB962C8B-B14F-4D97-AF65-F5344CB8AC3E}">
        <p14:creationId xmlns:p14="http://schemas.microsoft.com/office/powerpoint/2010/main" val="354202422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ext_Short">
    <p:spTree>
      <p:nvGrpSpPr>
        <p:cNvPr id="1" name=""/>
        <p:cNvGrpSpPr/>
        <p:nvPr/>
      </p:nvGrpSpPr>
      <p:grpSpPr>
        <a:xfrm>
          <a:off x="0" y="0"/>
          <a:ext cx="0" cy="0"/>
          <a:chOff x="0" y="0"/>
          <a:chExt cx="0" cy="0"/>
        </a:xfrm>
      </p:grpSpPr>
      <p:sp>
        <p:nvSpPr>
          <p:cNvPr id="2" name="Rounded Rectangle 5">
            <a:extLst>
              <a:ext uri="{FF2B5EF4-FFF2-40B4-BE49-F238E27FC236}">
                <a16:creationId xmlns:a16="http://schemas.microsoft.com/office/drawing/2014/main" id="{A5203A29-8D7D-4E72-9832-FFC13B58DED9}"/>
              </a:ext>
              <a:ext uri="{C183D7F6-B498-43B3-948B-1728B52AA6E4}">
                <adec:decorative xmlns:adec="http://schemas.microsoft.com/office/drawing/2017/decorative" val="1"/>
              </a:ext>
            </a:extLst>
          </p:cNvPr>
          <p:cNvSpPr/>
          <p:nvPr userDrawn="1"/>
        </p:nvSpPr>
        <p:spPr>
          <a:xfrm>
            <a:off x="266701" y="267974"/>
            <a:ext cx="11658601" cy="6322055"/>
          </a:xfrm>
          <a:prstGeom prst="roundRect">
            <a:avLst>
              <a:gd name="adj" fmla="val 4726"/>
            </a:avLst>
          </a:prstGeom>
          <a:solidFill>
            <a:srgbClr val="EAF8F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1" name="Freeform: Shape 10">
            <a:extLst>
              <a:ext uri="{FF2B5EF4-FFF2-40B4-BE49-F238E27FC236}">
                <a16:creationId xmlns:a16="http://schemas.microsoft.com/office/drawing/2014/main" id="{294AB138-D39F-BCDE-1614-8CCB97C9B146}"/>
              </a:ext>
              <a:ext uri="{C183D7F6-B498-43B3-948B-1728B52AA6E4}">
                <adec:decorative xmlns:adec="http://schemas.microsoft.com/office/drawing/2017/decorative" val="1"/>
              </a:ext>
            </a:extLst>
          </p:cNvPr>
          <p:cNvSpPr/>
          <p:nvPr userDrawn="1"/>
        </p:nvSpPr>
        <p:spPr>
          <a:xfrm>
            <a:off x="1848610" y="6397174"/>
            <a:ext cx="8494777" cy="460826"/>
          </a:xfrm>
          <a:custGeom>
            <a:avLst/>
            <a:gdLst>
              <a:gd name="connsiteX0" fmla="*/ 213137 w 8396613"/>
              <a:gd name="connsiteY0" fmla="*/ 0 h 460826"/>
              <a:gd name="connsiteX1" fmla="*/ 8183476 w 8396613"/>
              <a:gd name="connsiteY1" fmla="*/ 0 h 460826"/>
              <a:gd name="connsiteX2" fmla="*/ 8396613 w 8396613"/>
              <a:gd name="connsiteY2" fmla="*/ 213137 h 460826"/>
              <a:gd name="connsiteX3" fmla="*/ 8396613 w 8396613"/>
              <a:gd name="connsiteY3" fmla="*/ 460826 h 460826"/>
              <a:gd name="connsiteX4" fmla="*/ 0 w 8396613"/>
              <a:gd name="connsiteY4" fmla="*/ 460826 h 460826"/>
              <a:gd name="connsiteX5" fmla="*/ 0 w 8396613"/>
              <a:gd name="connsiteY5" fmla="*/ 213137 h 460826"/>
              <a:gd name="connsiteX6" fmla="*/ 213137 w 8396613"/>
              <a:gd name="connsiteY6" fmla="*/ 0 h 460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396613" h="460826">
                <a:moveTo>
                  <a:pt x="213137" y="0"/>
                </a:moveTo>
                <a:lnTo>
                  <a:pt x="8183476" y="0"/>
                </a:lnTo>
                <a:cubicBezTo>
                  <a:pt x="8301188" y="0"/>
                  <a:pt x="8396613" y="95425"/>
                  <a:pt x="8396613" y="213137"/>
                </a:cubicBezTo>
                <a:lnTo>
                  <a:pt x="8396613" y="460826"/>
                </a:lnTo>
                <a:lnTo>
                  <a:pt x="0" y="460826"/>
                </a:lnTo>
                <a:lnTo>
                  <a:pt x="0" y="213137"/>
                </a:lnTo>
                <a:cubicBezTo>
                  <a:pt x="0" y="95425"/>
                  <a:pt x="95425" y="0"/>
                  <a:pt x="213137" y="0"/>
                </a:cubicBez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800"/>
          </a:p>
        </p:txBody>
      </p:sp>
      <p:sp>
        <p:nvSpPr>
          <p:cNvPr id="18" name="Title 7">
            <a:extLst>
              <a:ext uri="{FF2B5EF4-FFF2-40B4-BE49-F238E27FC236}">
                <a16:creationId xmlns:a16="http://schemas.microsoft.com/office/drawing/2014/main" id="{7BFB01D5-A81B-14C4-1998-89B066C75F42}"/>
              </a:ext>
            </a:extLst>
          </p:cNvPr>
          <p:cNvSpPr>
            <a:spLocks noGrp="1"/>
          </p:cNvSpPr>
          <p:nvPr>
            <p:ph type="title" hasCustomPrompt="1"/>
          </p:nvPr>
        </p:nvSpPr>
        <p:spPr>
          <a:xfrm>
            <a:off x="774402" y="1303982"/>
            <a:ext cx="10655598" cy="645231"/>
          </a:xfrm>
        </p:spPr>
        <p:txBody>
          <a:bodyPr/>
          <a:lstStyle>
            <a:lvl1pPr algn="ctr">
              <a:lnSpc>
                <a:spcPct val="100000"/>
              </a:lnSpc>
              <a:defRPr sz="2600">
                <a:solidFill>
                  <a:schemeClr val="tx1"/>
                </a:solidFill>
              </a:defRPr>
            </a:lvl1pPr>
          </a:lstStyle>
          <a:p>
            <a:r>
              <a:rPr lang="en-US"/>
              <a:t>Short Text Content Slide with Teal Tint Background</a:t>
            </a:r>
          </a:p>
        </p:txBody>
      </p:sp>
      <p:sp>
        <p:nvSpPr>
          <p:cNvPr id="17" name="Text Placeholder 9">
            <a:extLst>
              <a:ext uri="{FF2B5EF4-FFF2-40B4-BE49-F238E27FC236}">
                <a16:creationId xmlns:a16="http://schemas.microsoft.com/office/drawing/2014/main" id="{EE90CEF6-66AC-79B8-C754-A3F766664A43}"/>
              </a:ext>
            </a:extLst>
          </p:cNvPr>
          <p:cNvSpPr>
            <a:spLocks noGrp="1"/>
          </p:cNvSpPr>
          <p:nvPr>
            <p:ph type="body" sz="quarter" idx="11" hasCustomPrompt="1"/>
          </p:nvPr>
        </p:nvSpPr>
        <p:spPr>
          <a:xfrm>
            <a:off x="774402" y="931210"/>
            <a:ext cx="10655598" cy="198987"/>
          </a:xfrm>
          <a:prstGeom prst="rect">
            <a:avLst/>
          </a:prstGeom>
        </p:spPr>
        <p:txBody>
          <a:bodyPr/>
          <a:lstStyle>
            <a:lvl1pPr marL="0" indent="0" algn="ctr">
              <a:lnSpc>
                <a:spcPct val="100000"/>
              </a:lnSpc>
              <a:buNone/>
              <a:defRPr sz="1400" b="0" i="0" cap="all" spc="200" baseline="0">
                <a:solidFill>
                  <a:schemeClr val="tx2"/>
                </a:solidFill>
                <a:latin typeface="Roboto Medium" panose="02000000000000000000" pitchFamily="2" charset="0"/>
                <a:ea typeface="Roboto Medium" panose="02000000000000000000" pitchFamily="2" charset="0"/>
              </a:defRPr>
            </a:lvl1pPr>
          </a:lstStyle>
          <a:p>
            <a:pPr lvl="0"/>
            <a:r>
              <a:rPr lang="en-US"/>
              <a:t>SUBHEAD GOES HERE</a:t>
            </a:r>
          </a:p>
        </p:txBody>
      </p:sp>
      <p:sp>
        <p:nvSpPr>
          <p:cNvPr id="5" name="Text Placeholder 3">
            <a:extLst>
              <a:ext uri="{FF2B5EF4-FFF2-40B4-BE49-F238E27FC236}">
                <a16:creationId xmlns:a16="http://schemas.microsoft.com/office/drawing/2014/main" id="{0B64BE30-6AE1-887F-2DB8-28DC7C35E4A6}"/>
              </a:ext>
            </a:extLst>
          </p:cNvPr>
          <p:cNvSpPr>
            <a:spLocks noGrp="1"/>
          </p:cNvSpPr>
          <p:nvPr>
            <p:ph type="body" sz="quarter" idx="14" hasCustomPrompt="1"/>
          </p:nvPr>
        </p:nvSpPr>
        <p:spPr>
          <a:xfrm>
            <a:off x="1848610" y="2122997"/>
            <a:ext cx="8494777" cy="3610942"/>
          </a:xfrm>
          <a:prstGeom prst="rect">
            <a:avLst/>
          </a:prstGeom>
        </p:spPr>
        <p:txBody>
          <a:bodyPr numCol="1"/>
          <a:lstStyle>
            <a:lvl1pPr marL="342900" indent="-342900">
              <a:lnSpc>
                <a:spcPts val="2400"/>
              </a:lnSpc>
              <a:spcBef>
                <a:spcPts val="1200"/>
              </a:spcBef>
              <a:buFont typeface="Arial" panose="020B0604020202020204" pitchFamily="34" charset="0"/>
              <a:buChar char="•"/>
              <a:defRPr sz="1800"/>
            </a:lvl1pPr>
            <a:lvl2pPr marL="800100" indent="-342900">
              <a:buFont typeface="Courier New" panose="02070309020205020404" pitchFamily="49" charset="0"/>
              <a:buChar char="o"/>
              <a:defRPr/>
            </a:lvl2pPr>
            <a:lvl3pPr marL="1257300" indent="-342900">
              <a:buFont typeface="Wingdings" panose="05000000000000000000" pitchFamily="2" charset="2"/>
              <a:buChar char="§"/>
              <a:defRPr/>
            </a:lvl3pPr>
            <a:lvl4pPr marL="1714500" indent="-342900">
              <a:buFont typeface="+mj-lt"/>
              <a:buAutoNum type="arabicPeriod"/>
              <a:defRPr/>
            </a:lvl4pPr>
          </a:lstStyle>
          <a:p>
            <a:pPr lvl="0"/>
            <a:r>
              <a:rPr lang="en-US"/>
              <a:t>Place in your content here. When pasting in content, please use the “Use Destination Theme” or “Keep Text Only” options to ensure the text matches this template’s styles.</a:t>
            </a:r>
          </a:p>
          <a:p>
            <a:r>
              <a:rPr lang="en-US"/>
              <a:t>You can edit the location and size of text boxes to best fit the length of your content. Be sure to center the content in this space for the best aesthetics. </a:t>
            </a:r>
          </a:p>
          <a:p>
            <a:pPr lvl="0"/>
            <a:r>
              <a:rPr lang="en-US"/>
              <a:t>Keep content text to </a:t>
            </a:r>
            <a:r>
              <a:rPr lang="en-US" b="1"/>
              <a:t>no smaller than 18pt</a:t>
            </a:r>
            <a:r>
              <a:rPr lang="en-US"/>
              <a:t>. </a:t>
            </a:r>
          </a:p>
          <a:p>
            <a:pPr lvl="0"/>
            <a:r>
              <a:rPr lang="en-US"/>
              <a:t>Keep supporting text (captions) </a:t>
            </a:r>
            <a:r>
              <a:rPr lang="en-US" b="1"/>
              <a:t>no smaller than 14pt</a:t>
            </a:r>
            <a:r>
              <a:rPr lang="en-US"/>
              <a:t>. </a:t>
            </a:r>
          </a:p>
          <a:p>
            <a:pPr lvl="0"/>
            <a:r>
              <a:rPr lang="en-US"/>
              <a:t>You can include bulleted or numbered lists like this one.</a:t>
            </a:r>
          </a:p>
          <a:p>
            <a:pPr lvl="1"/>
            <a:r>
              <a:rPr lang="en-US"/>
              <a:t>Second level</a:t>
            </a:r>
          </a:p>
          <a:p>
            <a:pPr lvl="2"/>
            <a:r>
              <a:rPr lang="en-US"/>
              <a:t>Third level</a:t>
            </a:r>
          </a:p>
        </p:txBody>
      </p:sp>
    </p:spTree>
    <p:extLst>
      <p:ext uri="{BB962C8B-B14F-4D97-AF65-F5344CB8AC3E}">
        <p14:creationId xmlns:p14="http://schemas.microsoft.com/office/powerpoint/2010/main" val="92083545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ext_Long_Blue">
    <p:spTree>
      <p:nvGrpSpPr>
        <p:cNvPr id="1" name=""/>
        <p:cNvGrpSpPr/>
        <p:nvPr/>
      </p:nvGrpSpPr>
      <p:grpSpPr>
        <a:xfrm>
          <a:off x="0" y="0"/>
          <a:ext cx="0" cy="0"/>
          <a:chOff x="0" y="0"/>
          <a:chExt cx="0" cy="0"/>
        </a:xfrm>
      </p:grpSpPr>
      <p:sp>
        <p:nvSpPr>
          <p:cNvPr id="7" name="Rectangle: Top Corners Rounded 28">
            <a:extLst>
              <a:ext uri="{FF2B5EF4-FFF2-40B4-BE49-F238E27FC236}">
                <a16:creationId xmlns:a16="http://schemas.microsoft.com/office/drawing/2014/main" id="{42E4DBEB-D5CB-EB9E-EDF2-6132C816DF84}"/>
              </a:ext>
              <a:ext uri="{C183D7F6-B498-43B3-948B-1728B52AA6E4}">
                <adec:decorative xmlns:adec="http://schemas.microsoft.com/office/drawing/2017/decorative" val="1"/>
              </a:ext>
            </a:extLst>
          </p:cNvPr>
          <p:cNvSpPr/>
          <p:nvPr userDrawn="1"/>
        </p:nvSpPr>
        <p:spPr>
          <a:xfrm rot="5400000">
            <a:off x="2666999" y="-2667005"/>
            <a:ext cx="6858003" cy="12191998"/>
          </a:xfrm>
          <a:prstGeom prst="round2SameRect">
            <a:avLst>
              <a:gd name="adj1" fmla="val 0"/>
              <a:gd name="adj2" fmla="val 0"/>
            </a:avLst>
          </a:prstGeom>
          <a:solidFill>
            <a:schemeClr val="tx2"/>
          </a:solidFill>
          <a:ln>
            <a:noFill/>
          </a:ln>
        </p:spPr>
        <p:style>
          <a:lnRef idx="0">
            <a:scrgbClr r="0" g="0" b="0"/>
          </a:lnRef>
          <a:fillRef idx="0">
            <a:scrgbClr r="0" g="0" b="0"/>
          </a:fillRef>
          <a:effectRef idx="0">
            <a:scrgbClr r="0" g="0" b="0"/>
          </a:effectRef>
          <a:fontRef idx="minor">
            <a:schemeClr val="lt1"/>
          </a:fontRef>
        </p:style>
        <p:txBody>
          <a:bodyPr wrap="square" rtlCol="0" anchor="ctr">
            <a:noAutofit/>
          </a:bodyPr>
          <a:lstStyle/>
          <a:p>
            <a:pPr algn="ctr"/>
            <a:endParaRPr lang="en-US" sz="1800"/>
          </a:p>
        </p:txBody>
      </p:sp>
      <p:sp>
        <p:nvSpPr>
          <p:cNvPr id="6" name="Round Same Side Corner Rectangle 1">
            <a:extLst>
              <a:ext uri="{FF2B5EF4-FFF2-40B4-BE49-F238E27FC236}">
                <a16:creationId xmlns:a16="http://schemas.microsoft.com/office/drawing/2014/main" id="{3FEAA28D-5508-5029-88D1-B4A066F7D0A5}"/>
              </a:ext>
              <a:ext uri="{C183D7F6-B498-43B3-948B-1728B52AA6E4}">
                <adec:decorative xmlns:adec="http://schemas.microsoft.com/office/drawing/2017/decorative" val="1"/>
              </a:ext>
            </a:extLst>
          </p:cNvPr>
          <p:cNvSpPr>
            <a:spLocks/>
          </p:cNvSpPr>
          <p:nvPr userDrawn="1"/>
        </p:nvSpPr>
        <p:spPr>
          <a:xfrm rot="16200000">
            <a:off x="5153642" y="-555263"/>
            <a:ext cx="6099048" cy="7977668"/>
          </a:xfrm>
          <a:prstGeom prst="round2SameRect">
            <a:avLst>
              <a:gd name="adj1" fmla="val 4233"/>
              <a:gd name="adj2" fmla="val 0"/>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800"/>
          </a:p>
        </p:txBody>
      </p:sp>
      <p:sp>
        <p:nvSpPr>
          <p:cNvPr id="9" name="Title 7">
            <a:extLst>
              <a:ext uri="{FF2B5EF4-FFF2-40B4-BE49-F238E27FC236}">
                <a16:creationId xmlns:a16="http://schemas.microsoft.com/office/drawing/2014/main" id="{E16EFD50-5CA9-27B6-6E4C-9CEC1CD99793}"/>
              </a:ext>
            </a:extLst>
          </p:cNvPr>
          <p:cNvSpPr>
            <a:spLocks noGrp="1"/>
          </p:cNvSpPr>
          <p:nvPr>
            <p:ph type="title" hasCustomPrompt="1"/>
          </p:nvPr>
        </p:nvSpPr>
        <p:spPr>
          <a:xfrm>
            <a:off x="637243" y="1467933"/>
            <a:ext cx="3004946" cy="994143"/>
          </a:xfrm>
        </p:spPr>
        <p:txBody>
          <a:bodyPr/>
          <a:lstStyle>
            <a:lvl1pPr>
              <a:lnSpc>
                <a:spcPct val="100000"/>
              </a:lnSpc>
              <a:defRPr sz="2600">
                <a:solidFill>
                  <a:schemeClr val="bg1"/>
                </a:solidFill>
              </a:defRPr>
            </a:lvl1pPr>
          </a:lstStyle>
          <a:p>
            <a:r>
              <a:rPr lang="en-US"/>
              <a:t>Title Goes Here (can be long or short)</a:t>
            </a:r>
          </a:p>
        </p:txBody>
      </p:sp>
      <p:sp>
        <p:nvSpPr>
          <p:cNvPr id="8" name="Text Placeholder 9">
            <a:extLst>
              <a:ext uri="{FF2B5EF4-FFF2-40B4-BE49-F238E27FC236}">
                <a16:creationId xmlns:a16="http://schemas.microsoft.com/office/drawing/2014/main" id="{6BB03476-E897-B37B-5022-8B31C79BFF0A}"/>
              </a:ext>
            </a:extLst>
          </p:cNvPr>
          <p:cNvSpPr>
            <a:spLocks noGrp="1"/>
          </p:cNvSpPr>
          <p:nvPr>
            <p:ph type="body" sz="quarter" idx="11" hasCustomPrompt="1"/>
          </p:nvPr>
        </p:nvSpPr>
        <p:spPr>
          <a:xfrm>
            <a:off x="637243" y="1095161"/>
            <a:ext cx="3439931" cy="198987"/>
          </a:xfrm>
          <a:prstGeom prst="rect">
            <a:avLst/>
          </a:prstGeom>
        </p:spPr>
        <p:txBody>
          <a:bodyPr/>
          <a:lstStyle>
            <a:lvl1pPr marL="0" indent="0">
              <a:lnSpc>
                <a:spcPct val="100000"/>
              </a:lnSpc>
              <a:buNone/>
              <a:defRPr sz="1400" b="1" i="0" cap="all" spc="200" baseline="0">
                <a:solidFill>
                  <a:srgbClr val="FCCF85"/>
                </a:solidFill>
                <a:latin typeface="Roboto Medium" panose="02000000000000000000" pitchFamily="2" charset="0"/>
                <a:ea typeface="Roboto Medium" panose="02000000000000000000" pitchFamily="2" charset="0"/>
              </a:defRPr>
            </a:lvl1pPr>
          </a:lstStyle>
          <a:p>
            <a:pPr lvl="0"/>
            <a:r>
              <a:rPr lang="en-US"/>
              <a:t>SUBHEAD GOES HERE</a:t>
            </a:r>
          </a:p>
        </p:txBody>
      </p:sp>
      <p:sp>
        <p:nvSpPr>
          <p:cNvPr id="10" name="Text Placeholder 3">
            <a:extLst>
              <a:ext uri="{FF2B5EF4-FFF2-40B4-BE49-F238E27FC236}">
                <a16:creationId xmlns:a16="http://schemas.microsoft.com/office/drawing/2014/main" id="{AEDA890B-A314-B6B7-FC6B-7D8A5057DCBF}"/>
              </a:ext>
            </a:extLst>
          </p:cNvPr>
          <p:cNvSpPr>
            <a:spLocks noGrp="1"/>
          </p:cNvSpPr>
          <p:nvPr>
            <p:ph type="body" sz="quarter" idx="14" hasCustomPrompt="1"/>
          </p:nvPr>
        </p:nvSpPr>
        <p:spPr>
          <a:xfrm>
            <a:off x="4802124" y="1095160"/>
            <a:ext cx="6918821" cy="4711280"/>
          </a:xfrm>
          <a:prstGeom prst="rect">
            <a:avLst/>
          </a:prstGeom>
        </p:spPr>
        <p:txBody>
          <a:bodyPr numCol="1"/>
          <a:lstStyle>
            <a:lvl1pPr marL="285750" indent="-285750">
              <a:lnSpc>
                <a:spcPts val="2400"/>
              </a:lnSpc>
              <a:spcBef>
                <a:spcPts val="1200"/>
              </a:spcBef>
              <a:buFont typeface="Arial" panose="020B0604020202020204" pitchFamily="34" charset="0"/>
              <a:buChar char="•"/>
              <a:defRPr sz="1800">
                <a:solidFill>
                  <a:schemeClr val="tx1"/>
                </a:solidFill>
              </a:defRPr>
            </a:lvl1pPr>
            <a:lvl2pPr>
              <a:defRPr sz="1800">
                <a:solidFill>
                  <a:schemeClr val="tx1"/>
                </a:solidFill>
              </a:defRPr>
            </a:lvl2pPr>
            <a:lvl3pPr>
              <a:defRPr sz="1800">
                <a:solidFill>
                  <a:schemeClr val="tx1"/>
                </a:solidFill>
              </a:defRPr>
            </a:lvl3pPr>
            <a:lvl4pPr>
              <a:defRPr sz="1800">
                <a:solidFill>
                  <a:schemeClr val="tx1"/>
                </a:solidFill>
              </a:defRPr>
            </a:lvl4pPr>
          </a:lstStyle>
          <a:p>
            <a:pPr lvl="0"/>
            <a:r>
              <a:rPr lang="en-US"/>
              <a:t>Place in your content here. When pasting in content, please use the “Use Destination Theme” or “Keep Text Only” options to ensure the text matches this template’s styles.</a:t>
            </a:r>
          </a:p>
          <a:p>
            <a:r>
              <a:rPr lang="en-US"/>
              <a:t>You can edit the location and size of text boxes as needed to best fit the length of your content. Be sure to center box in this space for the best aesthetics. </a:t>
            </a:r>
          </a:p>
          <a:p>
            <a:pPr lvl="0"/>
            <a:r>
              <a:rPr lang="en-US"/>
              <a:t>Keep content text to </a:t>
            </a:r>
            <a:r>
              <a:rPr lang="en-US" b="1"/>
              <a:t>no smaller than 18pt</a:t>
            </a:r>
            <a:r>
              <a:rPr lang="en-US"/>
              <a:t>. </a:t>
            </a:r>
          </a:p>
          <a:p>
            <a:pPr lvl="0"/>
            <a:r>
              <a:rPr lang="en-US"/>
              <a:t>Keep supporting text (captions) </a:t>
            </a:r>
            <a:r>
              <a:rPr lang="en-US" b="1"/>
              <a:t>no smaller than 14pt</a:t>
            </a:r>
            <a:r>
              <a:rPr lang="en-US"/>
              <a:t>.</a:t>
            </a:r>
          </a:p>
          <a:p>
            <a:r>
              <a:rPr lang="en-US"/>
              <a:t>You can also include bulleted or numbered lists.</a:t>
            </a:r>
          </a:p>
          <a:p>
            <a:pPr lvl="1"/>
            <a:r>
              <a:rPr lang="en-US"/>
              <a:t>Second level bullet</a:t>
            </a:r>
          </a:p>
          <a:p>
            <a:pPr lvl="2"/>
            <a:r>
              <a:rPr lang="en-US"/>
              <a:t>Third level bullet</a:t>
            </a:r>
          </a:p>
          <a:p>
            <a:r>
              <a:rPr lang="en-US"/>
              <a:t>Either way, you have plenty of room here to add in both long and short text.</a:t>
            </a:r>
          </a:p>
        </p:txBody>
      </p:sp>
    </p:spTree>
    <p:extLst>
      <p:ext uri="{BB962C8B-B14F-4D97-AF65-F5344CB8AC3E}">
        <p14:creationId xmlns:p14="http://schemas.microsoft.com/office/powerpoint/2010/main" val="155414194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eal_Photo_Left">
    <p:spTree>
      <p:nvGrpSpPr>
        <p:cNvPr id="1" name=""/>
        <p:cNvGrpSpPr/>
        <p:nvPr/>
      </p:nvGrpSpPr>
      <p:grpSpPr>
        <a:xfrm>
          <a:off x="0" y="0"/>
          <a:ext cx="0" cy="0"/>
          <a:chOff x="0" y="0"/>
          <a:chExt cx="0" cy="0"/>
        </a:xfrm>
      </p:grpSpPr>
      <p:sp>
        <p:nvSpPr>
          <p:cNvPr id="4" name="Rectangle: Top Corners Rounded 28">
            <a:extLst>
              <a:ext uri="{FF2B5EF4-FFF2-40B4-BE49-F238E27FC236}">
                <a16:creationId xmlns:a16="http://schemas.microsoft.com/office/drawing/2014/main" id="{FEAB47AD-DAED-D64E-8BE8-900B60FEB002}"/>
              </a:ext>
              <a:ext uri="{C183D7F6-B498-43B3-948B-1728B52AA6E4}">
                <adec:decorative xmlns:adec="http://schemas.microsoft.com/office/drawing/2017/decorative" val="1"/>
              </a:ext>
            </a:extLst>
          </p:cNvPr>
          <p:cNvSpPr/>
          <p:nvPr userDrawn="1"/>
        </p:nvSpPr>
        <p:spPr>
          <a:xfrm rot="16200000">
            <a:off x="-1927306" y="1927301"/>
            <a:ext cx="6858003" cy="3003390"/>
          </a:xfrm>
          <a:prstGeom prst="round2SameRect">
            <a:avLst>
              <a:gd name="adj1" fmla="val 0"/>
              <a:gd name="adj2" fmla="val 0"/>
            </a:avLst>
          </a:prstGeom>
          <a:solidFill>
            <a:schemeClr val="accent2"/>
          </a:solidFill>
          <a:ln>
            <a:noFill/>
          </a:ln>
        </p:spPr>
        <p:style>
          <a:lnRef idx="0">
            <a:scrgbClr r="0" g="0" b="0"/>
          </a:lnRef>
          <a:fillRef idx="0">
            <a:scrgbClr r="0" g="0" b="0"/>
          </a:fillRef>
          <a:effectRef idx="0">
            <a:scrgbClr r="0" g="0" b="0"/>
          </a:effectRef>
          <a:fontRef idx="minor">
            <a:schemeClr val="lt1"/>
          </a:fontRef>
        </p:style>
        <p:txBody>
          <a:bodyPr wrap="square" rtlCol="0" anchor="ctr">
            <a:noAutofit/>
          </a:bodyPr>
          <a:lstStyle/>
          <a:p>
            <a:pPr algn="ctr"/>
            <a:endParaRPr lang="en-US" sz="1800"/>
          </a:p>
        </p:txBody>
      </p:sp>
      <p:sp>
        <p:nvSpPr>
          <p:cNvPr id="18" name="Title 7">
            <a:extLst>
              <a:ext uri="{FF2B5EF4-FFF2-40B4-BE49-F238E27FC236}">
                <a16:creationId xmlns:a16="http://schemas.microsoft.com/office/drawing/2014/main" id="{7BFB01D5-A81B-14C4-1998-89B066C75F42}"/>
              </a:ext>
            </a:extLst>
          </p:cNvPr>
          <p:cNvSpPr>
            <a:spLocks noGrp="1"/>
          </p:cNvSpPr>
          <p:nvPr>
            <p:ph type="title" hasCustomPrompt="1"/>
          </p:nvPr>
        </p:nvSpPr>
        <p:spPr>
          <a:xfrm>
            <a:off x="5999489" y="1316382"/>
            <a:ext cx="5304002" cy="645231"/>
          </a:xfrm>
        </p:spPr>
        <p:txBody>
          <a:bodyPr/>
          <a:lstStyle>
            <a:lvl1pPr>
              <a:lnSpc>
                <a:spcPct val="100000"/>
              </a:lnSpc>
              <a:defRPr sz="2600">
                <a:solidFill>
                  <a:schemeClr val="tx1"/>
                </a:solidFill>
              </a:defRPr>
            </a:lvl1pPr>
          </a:lstStyle>
          <a:p>
            <a:r>
              <a:rPr lang="en-US"/>
              <a:t>Teal Photo on Left Slide</a:t>
            </a:r>
          </a:p>
        </p:txBody>
      </p:sp>
      <p:sp>
        <p:nvSpPr>
          <p:cNvPr id="17" name="Text Placeholder 9">
            <a:extLst>
              <a:ext uri="{FF2B5EF4-FFF2-40B4-BE49-F238E27FC236}">
                <a16:creationId xmlns:a16="http://schemas.microsoft.com/office/drawing/2014/main" id="{EE90CEF6-66AC-79B8-C754-A3F766664A43}"/>
              </a:ext>
            </a:extLst>
          </p:cNvPr>
          <p:cNvSpPr>
            <a:spLocks noGrp="1"/>
          </p:cNvSpPr>
          <p:nvPr>
            <p:ph type="body" sz="quarter" idx="11" hasCustomPrompt="1"/>
          </p:nvPr>
        </p:nvSpPr>
        <p:spPr>
          <a:xfrm>
            <a:off x="5999489" y="943610"/>
            <a:ext cx="5304002" cy="198987"/>
          </a:xfrm>
          <a:prstGeom prst="rect">
            <a:avLst/>
          </a:prstGeom>
        </p:spPr>
        <p:txBody>
          <a:bodyPr/>
          <a:lstStyle>
            <a:lvl1pPr marL="0" indent="0">
              <a:lnSpc>
                <a:spcPct val="100000"/>
              </a:lnSpc>
              <a:buNone/>
              <a:defRPr sz="1400" b="1" i="0" cap="all" spc="200" baseline="0">
                <a:solidFill>
                  <a:schemeClr val="tx2"/>
                </a:solidFill>
                <a:latin typeface="Roboto Medium" panose="02000000000000000000" pitchFamily="2" charset="0"/>
                <a:ea typeface="Roboto Medium" panose="02000000000000000000" pitchFamily="2" charset="0"/>
              </a:defRPr>
            </a:lvl1pPr>
          </a:lstStyle>
          <a:p>
            <a:pPr lvl="0"/>
            <a:r>
              <a:rPr lang="en-US"/>
              <a:t>SUBHEAD GOES HERE</a:t>
            </a:r>
          </a:p>
        </p:txBody>
      </p:sp>
      <p:sp>
        <p:nvSpPr>
          <p:cNvPr id="19" name="Text Placeholder 11">
            <a:extLst>
              <a:ext uri="{FF2B5EF4-FFF2-40B4-BE49-F238E27FC236}">
                <a16:creationId xmlns:a16="http://schemas.microsoft.com/office/drawing/2014/main" id="{68D3F23B-9AE1-1FFE-4504-6CF4F36637E4}"/>
              </a:ext>
            </a:extLst>
          </p:cNvPr>
          <p:cNvSpPr>
            <a:spLocks noGrp="1"/>
          </p:cNvSpPr>
          <p:nvPr>
            <p:ph type="body" sz="quarter" idx="14" hasCustomPrompt="1"/>
          </p:nvPr>
        </p:nvSpPr>
        <p:spPr>
          <a:xfrm>
            <a:off x="5999489" y="2227503"/>
            <a:ext cx="5304002" cy="3932370"/>
          </a:xfrm>
          <a:prstGeom prst="rect">
            <a:avLst/>
          </a:prstGeom>
        </p:spPr>
        <p:txBody>
          <a:bodyPr/>
          <a:lstStyle>
            <a:lvl1pPr marL="342900" indent="-285750">
              <a:lnSpc>
                <a:spcPts val="2400"/>
              </a:lnSpc>
              <a:spcBef>
                <a:spcPts val="1200"/>
              </a:spcBef>
              <a:buFont typeface="Arial" panose="020B0604020202020204" pitchFamily="34" charset="0"/>
              <a:buChar char="•"/>
              <a:defRPr sz="1800" b="0">
                <a:solidFill>
                  <a:schemeClr val="tx1"/>
                </a:solidFill>
              </a:defRPr>
            </a:lvl1pPr>
            <a:lvl2pPr marL="685800" marR="0" indent="-228600" algn="l" defTabSz="914400" rtl="0" eaLnBrk="1" fontAlgn="auto" latinLnBrk="0" hangingPunct="1">
              <a:lnSpc>
                <a:spcPct val="90000"/>
              </a:lnSpc>
              <a:spcBef>
                <a:spcPts val="500"/>
              </a:spcBef>
              <a:spcAft>
                <a:spcPts val="0"/>
              </a:spcAft>
              <a:buClrTx/>
              <a:buSzTx/>
              <a:buFont typeface="Courier New" panose="02070309020205020404" pitchFamily="49" charset="0"/>
              <a:buChar char="o"/>
              <a:tabLst/>
              <a:defRPr sz="1800">
                <a:solidFill>
                  <a:schemeClr val="tx1"/>
                </a:solidFill>
              </a:defRPr>
            </a:lvl2pPr>
            <a:lvl3pPr>
              <a:defRPr sz="1800"/>
            </a:lvl3pPr>
            <a:lvl4pPr>
              <a:defRPr sz="1800"/>
            </a:lvl4pPr>
          </a:lstStyle>
          <a:p>
            <a:pPr lvl="0"/>
            <a:r>
              <a:rPr lang="en-US"/>
              <a:t>Place in your content here. When pasting in content, please use the “Use Destination Theme” or “Keep Text Only” options to ensure the text matches this template’s styles. </a:t>
            </a:r>
          </a:p>
          <a:p>
            <a:pPr lvl="0"/>
            <a:r>
              <a:rPr lang="en-US"/>
              <a:t>To replace an image, right click on the image, select “Change Picture”, then choose from a file on your device, or “From Clipboard” to paste in a copied image.</a:t>
            </a:r>
          </a:p>
          <a:p>
            <a:pPr lvl="0"/>
            <a:r>
              <a:rPr lang="en-US"/>
              <a:t>First level bullets</a:t>
            </a:r>
          </a:p>
          <a:p>
            <a:pPr lvl="1"/>
            <a:r>
              <a:rPr lang="en-US"/>
              <a:t>Second level bullets</a:t>
            </a:r>
          </a:p>
          <a:p>
            <a:pPr lvl="2"/>
            <a:r>
              <a:rPr lang="en-US"/>
              <a:t>Third level bullets</a:t>
            </a:r>
          </a:p>
          <a:p>
            <a:pPr lvl="3"/>
            <a:r>
              <a:rPr lang="en-US"/>
              <a:t>Fourth level bullets</a:t>
            </a:r>
          </a:p>
          <a:p>
            <a:pPr lvl="1"/>
            <a:endParaRPr lang="en-US"/>
          </a:p>
          <a:p>
            <a:pPr lvl="0"/>
            <a:endParaRPr lang="en-US"/>
          </a:p>
        </p:txBody>
      </p:sp>
      <p:sp>
        <p:nvSpPr>
          <p:cNvPr id="36" name="Picture Placeholder 35" descr="Image Placeholder.">
            <a:extLst>
              <a:ext uri="{FF2B5EF4-FFF2-40B4-BE49-F238E27FC236}">
                <a16:creationId xmlns:a16="http://schemas.microsoft.com/office/drawing/2014/main" id="{01421E0B-AB14-7E9D-A4A3-B6D488BD6273}"/>
              </a:ext>
            </a:extLst>
          </p:cNvPr>
          <p:cNvSpPr>
            <a:spLocks noGrp="1"/>
          </p:cNvSpPr>
          <p:nvPr>
            <p:ph type="pic" sz="quarter" idx="13"/>
          </p:nvPr>
        </p:nvSpPr>
        <p:spPr>
          <a:xfrm>
            <a:off x="888510" y="698128"/>
            <a:ext cx="4222464" cy="5461746"/>
          </a:xfrm>
          <a:custGeom>
            <a:avLst/>
            <a:gdLst>
              <a:gd name="connsiteX0" fmla="*/ 108625 w 2248970"/>
              <a:gd name="connsiteY0" fmla="*/ 0 h 2909037"/>
              <a:gd name="connsiteX1" fmla="*/ 2140345 w 2248970"/>
              <a:gd name="connsiteY1" fmla="*/ 0 h 2909037"/>
              <a:gd name="connsiteX2" fmla="*/ 2248970 w 2248970"/>
              <a:gd name="connsiteY2" fmla="*/ 108625 h 2909037"/>
              <a:gd name="connsiteX3" fmla="*/ 2248970 w 2248970"/>
              <a:gd name="connsiteY3" fmla="*/ 2800412 h 2909037"/>
              <a:gd name="connsiteX4" fmla="*/ 2140345 w 2248970"/>
              <a:gd name="connsiteY4" fmla="*/ 2909037 h 2909037"/>
              <a:gd name="connsiteX5" fmla="*/ 108625 w 2248970"/>
              <a:gd name="connsiteY5" fmla="*/ 2909037 h 2909037"/>
              <a:gd name="connsiteX6" fmla="*/ 0 w 2248970"/>
              <a:gd name="connsiteY6" fmla="*/ 2800412 h 2909037"/>
              <a:gd name="connsiteX7" fmla="*/ 0 w 2248970"/>
              <a:gd name="connsiteY7" fmla="*/ 108625 h 2909037"/>
              <a:gd name="connsiteX8" fmla="*/ 108625 w 2248970"/>
              <a:gd name="connsiteY8" fmla="*/ 0 h 29090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248970" h="2909037">
                <a:moveTo>
                  <a:pt x="108625" y="0"/>
                </a:moveTo>
                <a:lnTo>
                  <a:pt x="2140345" y="0"/>
                </a:lnTo>
                <a:cubicBezTo>
                  <a:pt x="2200337" y="0"/>
                  <a:pt x="2248970" y="48633"/>
                  <a:pt x="2248970" y="108625"/>
                </a:cubicBezTo>
                <a:lnTo>
                  <a:pt x="2248970" y="2800412"/>
                </a:lnTo>
                <a:cubicBezTo>
                  <a:pt x="2248970" y="2860404"/>
                  <a:pt x="2200337" y="2909037"/>
                  <a:pt x="2140345" y="2909037"/>
                </a:cubicBezTo>
                <a:lnTo>
                  <a:pt x="108625" y="2909037"/>
                </a:lnTo>
                <a:cubicBezTo>
                  <a:pt x="48633" y="2909037"/>
                  <a:pt x="0" y="2860404"/>
                  <a:pt x="0" y="2800412"/>
                </a:cubicBezTo>
                <a:lnTo>
                  <a:pt x="0" y="108625"/>
                </a:lnTo>
                <a:cubicBezTo>
                  <a:pt x="0" y="48633"/>
                  <a:pt x="48633" y="0"/>
                  <a:pt x="108625" y="0"/>
                </a:cubicBezTo>
                <a:close/>
              </a:path>
            </a:pathLst>
          </a:custGeom>
          <a:pattFill prst="pct5">
            <a:fgClr>
              <a:schemeClr val="accent1"/>
            </a:fgClr>
            <a:bgClr>
              <a:schemeClr val="bg1"/>
            </a:bgClr>
          </a:pattFill>
        </p:spPr>
        <p:txBody>
          <a:bodyPr wrap="square">
            <a:noAutofit/>
          </a:bodyPr>
          <a:lstStyle/>
          <a:p>
            <a:endParaRPr lang="en-US"/>
          </a:p>
        </p:txBody>
      </p:sp>
    </p:spTree>
    <p:extLst>
      <p:ext uri="{BB962C8B-B14F-4D97-AF65-F5344CB8AC3E}">
        <p14:creationId xmlns:p14="http://schemas.microsoft.com/office/powerpoint/2010/main" val="300865730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Purple_Photo_Left">
    <p:spTree>
      <p:nvGrpSpPr>
        <p:cNvPr id="1" name=""/>
        <p:cNvGrpSpPr/>
        <p:nvPr/>
      </p:nvGrpSpPr>
      <p:grpSpPr>
        <a:xfrm>
          <a:off x="0" y="0"/>
          <a:ext cx="0" cy="0"/>
          <a:chOff x="0" y="0"/>
          <a:chExt cx="0" cy="0"/>
        </a:xfrm>
      </p:grpSpPr>
      <p:sp>
        <p:nvSpPr>
          <p:cNvPr id="4" name="Rectangle: Top Corners Rounded 28">
            <a:extLst>
              <a:ext uri="{FF2B5EF4-FFF2-40B4-BE49-F238E27FC236}">
                <a16:creationId xmlns:a16="http://schemas.microsoft.com/office/drawing/2014/main" id="{FEAB47AD-DAED-D64E-8BE8-900B60FEB002}"/>
              </a:ext>
              <a:ext uri="{C183D7F6-B498-43B3-948B-1728B52AA6E4}">
                <adec:decorative xmlns:adec="http://schemas.microsoft.com/office/drawing/2017/decorative" val="1"/>
              </a:ext>
            </a:extLst>
          </p:cNvPr>
          <p:cNvSpPr/>
          <p:nvPr userDrawn="1"/>
        </p:nvSpPr>
        <p:spPr>
          <a:xfrm rot="16200000">
            <a:off x="-1927306" y="1927301"/>
            <a:ext cx="6858003" cy="3003390"/>
          </a:xfrm>
          <a:prstGeom prst="round2SameRect">
            <a:avLst>
              <a:gd name="adj1" fmla="val 0"/>
              <a:gd name="adj2" fmla="val 0"/>
            </a:avLst>
          </a:prstGeom>
          <a:solidFill>
            <a:schemeClr val="accent3"/>
          </a:solidFill>
          <a:ln>
            <a:noFill/>
          </a:ln>
        </p:spPr>
        <p:style>
          <a:lnRef idx="0">
            <a:scrgbClr r="0" g="0" b="0"/>
          </a:lnRef>
          <a:fillRef idx="0">
            <a:scrgbClr r="0" g="0" b="0"/>
          </a:fillRef>
          <a:effectRef idx="0">
            <a:scrgbClr r="0" g="0" b="0"/>
          </a:effectRef>
          <a:fontRef idx="minor">
            <a:schemeClr val="lt1"/>
          </a:fontRef>
        </p:style>
        <p:txBody>
          <a:bodyPr wrap="square" rtlCol="0" anchor="ctr">
            <a:noAutofit/>
          </a:bodyPr>
          <a:lstStyle/>
          <a:p>
            <a:pPr algn="ctr"/>
            <a:endParaRPr lang="en-US" sz="1800"/>
          </a:p>
        </p:txBody>
      </p:sp>
      <p:sp>
        <p:nvSpPr>
          <p:cNvPr id="18" name="Title 7">
            <a:extLst>
              <a:ext uri="{FF2B5EF4-FFF2-40B4-BE49-F238E27FC236}">
                <a16:creationId xmlns:a16="http://schemas.microsoft.com/office/drawing/2014/main" id="{7BFB01D5-A81B-14C4-1998-89B066C75F42}"/>
              </a:ext>
            </a:extLst>
          </p:cNvPr>
          <p:cNvSpPr>
            <a:spLocks noGrp="1"/>
          </p:cNvSpPr>
          <p:nvPr>
            <p:ph type="title" hasCustomPrompt="1"/>
          </p:nvPr>
        </p:nvSpPr>
        <p:spPr>
          <a:xfrm>
            <a:off x="5999489" y="1316382"/>
            <a:ext cx="5304002" cy="645231"/>
          </a:xfrm>
        </p:spPr>
        <p:txBody>
          <a:bodyPr/>
          <a:lstStyle>
            <a:lvl1pPr>
              <a:lnSpc>
                <a:spcPct val="100000"/>
              </a:lnSpc>
              <a:defRPr sz="2600">
                <a:solidFill>
                  <a:schemeClr val="tx1"/>
                </a:solidFill>
              </a:defRPr>
            </a:lvl1pPr>
          </a:lstStyle>
          <a:p>
            <a:r>
              <a:rPr lang="en-US"/>
              <a:t>Purple Photo on Left Slide</a:t>
            </a:r>
          </a:p>
        </p:txBody>
      </p:sp>
      <p:sp>
        <p:nvSpPr>
          <p:cNvPr id="17" name="Text Placeholder 9">
            <a:extLst>
              <a:ext uri="{FF2B5EF4-FFF2-40B4-BE49-F238E27FC236}">
                <a16:creationId xmlns:a16="http://schemas.microsoft.com/office/drawing/2014/main" id="{EE90CEF6-66AC-79B8-C754-A3F766664A43}"/>
              </a:ext>
            </a:extLst>
          </p:cNvPr>
          <p:cNvSpPr>
            <a:spLocks noGrp="1"/>
          </p:cNvSpPr>
          <p:nvPr>
            <p:ph type="body" sz="quarter" idx="11" hasCustomPrompt="1"/>
          </p:nvPr>
        </p:nvSpPr>
        <p:spPr>
          <a:xfrm>
            <a:off x="5999489" y="943610"/>
            <a:ext cx="5304002" cy="198987"/>
          </a:xfrm>
          <a:prstGeom prst="rect">
            <a:avLst/>
          </a:prstGeom>
        </p:spPr>
        <p:txBody>
          <a:bodyPr/>
          <a:lstStyle>
            <a:lvl1pPr marL="0" indent="0">
              <a:lnSpc>
                <a:spcPct val="100000"/>
              </a:lnSpc>
              <a:buNone/>
              <a:defRPr sz="1400" b="1" i="0" cap="all" spc="200" baseline="0">
                <a:solidFill>
                  <a:schemeClr val="tx2"/>
                </a:solidFill>
                <a:latin typeface="Roboto Medium" panose="02000000000000000000" pitchFamily="2" charset="0"/>
                <a:ea typeface="Roboto Medium" panose="02000000000000000000" pitchFamily="2" charset="0"/>
              </a:defRPr>
            </a:lvl1pPr>
          </a:lstStyle>
          <a:p>
            <a:pPr lvl="0"/>
            <a:r>
              <a:rPr lang="en-US"/>
              <a:t>SUBHEAD GOES HERE</a:t>
            </a:r>
          </a:p>
        </p:txBody>
      </p:sp>
      <p:sp>
        <p:nvSpPr>
          <p:cNvPr id="19" name="Text Placeholder 11">
            <a:extLst>
              <a:ext uri="{FF2B5EF4-FFF2-40B4-BE49-F238E27FC236}">
                <a16:creationId xmlns:a16="http://schemas.microsoft.com/office/drawing/2014/main" id="{68D3F23B-9AE1-1FFE-4504-6CF4F36637E4}"/>
              </a:ext>
            </a:extLst>
          </p:cNvPr>
          <p:cNvSpPr>
            <a:spLocks noGrp="1"/>
          </p:cNvSpPr>
          <p:nvPr>
            <p:ph type="body" sz="quarter" idx="14" hasCustomPrompt="1"/>
          </p:nvPr>
        </p:nvSpPr>
        <p:spPr>
          <a:xfrm>
            <a:off x="5999489" y="2227503"/>
            <a:ext cx="5304002" cy="3932370"/>
          </a:xfrm>
          <a:prstGeom prst="rect">
            <a:avLst/>
          </a:prstGeom>
        </p:spPr>
        <p:txBody>
          <a:bodyPr/>
          <a:lstStyle>
            <a:lvl1pPr marL="342900" indent="-285750">
              <a:lnSpc>
                <a:spcPts val="2400"/>
              </a:lnSpc>
              <a:spcBef>
                <a:spcPts val="1200"/>
              </a:spcBef>
              <a:buFont typeface="Arial" panose="020B0604020202020204" pitchFamily="34" charset="0"/>
              <a:buChar char="•"/>
              <a:defRPr sz="1800" b="0">
                <a:solidFill>
                  <a:schemeClr val="tx1"/>
                </a:solidFill>
              </a:defRPr>
            </a:lvl1pPr>
            <a:lvl2pPr marL="685800" marR="0" indent="-228600" algn="l" defTabSz="914400" rtl="0" eaLnBrk="1" fontAlgn="auto" latinLnBrk="0" hangingPunct="1">
              <a:lnSpc>
                <a:spcPct val="90000"/>
              </a:lnSpc>
              <a:spcBef>
                <a:spcPts val="500"/>
              </a:spcBef>
              <a:spcAft>
                <a:spcPts val="0"/>
              </a:spcAft>
              <a:buClrTx/>
              <a:buSzTx/>
              <a:buFont typeface="Courier New" panose="02070309020205020404" pitchFamily="49" charset="0"/>
              <a:buChar char="o"/>
              <a:tabLst/>
              <a:defRPr sz="1800">
                <a:solidFill>
                  <a:schemeClr val="tx1"/>
                </a:solidFill>
              </a:defRPr>
            </a:lvl2pPr>
            <a:lvl3pPr>
              <a:defRPr sz="1800"/>
            </a:lvl3pPr>
            <a:lvl4pPr>
              <a:defRPr sz="1800"/>
            </a:lvl4pPr>
          </a:lstStyle>
          <a:p>
            <a:pPr lvl="0"/>
            <a:r>
              <a:rPr lang="en-US"/>
              <a:t>Place in your content here. When pasting in content, please use the “Use Destination Theme” or “Keep Text Only” options to ensure the text matches this template’s styles. </a:t>
            </a:r>
          </a:p>
          <a:p>
            <a:pPr lvl="0"/>
            <a:r>
              <a:rPr lang="en-US"/>
              <a:t>To replace an image, right click on the image, select “Change Picture”, then choose from a file on your device, or “From Clipboard” to paste in a copied image.</a:t>
            </a:r>
          </a:p>
          <a:p>
            <a:pPr lvl="0"/>
            <a:r>
              <a:rPr lang="en-US"/>
              <a:t>First level bullets</a:t>
            </a:r>
          </a:p>
          <a:p>
            <a:pPr lvl="1"/>
            <a:r>
              <a:rPr lang="en-US"/>
              <a:t>Second level bullets</a:t>
            </a:r>
          </a:p>
          <a:p>
            <a:pPr lvl="2"/>
            <a:r>
              <a:rPr lang="en-US"/>
              <a:t>Third level bullets</a:t>
            </a:r>
          </a:p>
          <a:p>
            <a:pPr lvl="3"/>
            <a:r>
              <a:rPr lang="en-US"/>
              <a:t>Fourth level bullets</a:t>
            </a:r>
          </a:p>
          <a:p>
            <a:pPr lvl="1"/>
            <a:endParaRPr lang="en-US"/>
          </a:p>
          <a:p>
            <a:pPr lvl="0"/>
            <a:endParaRPr lang="en-US"/>
          </a:p>
        </p:txBody>
      </p:sp>
      <p:sp>
        <p:nvSpPr>
          <p:cNvPr id="36" name="Picture Placeholder 35" descr="Image Placeholder.">
            <a:extLst>
              <a:ext uri="{FF2B5EF4-FFF2-40B4-BE49-F238E27FC236}">
                <a16:creationId xmlns:a16="http://schemas.microsoft.com/office/drawing/2014/main" id="{01421E0B-AB14-7E9D-A4A3-B6D488BD6273}"/>
              </a:ext>
            </a:extLst>
          </p:cNvPr>
          <p:cNvSpPr>
            <a:spLocks noGrp="1"/>
          </p:cNvSpPr>
          <p:nvPr>
            <p:ph type="pic" sz="quarter" idx="13"/>
          </p:nvPr>
        </p:nvSpPr>
        <p:spPr>
          <a:xfrm>
            <a:off x="888510" y="698128"/>
            <a:ext cx="4222464" cy="5461746"/>
          </a:xfrm>
          <a:custGeom>
            <a:avLst/>
            <a:gdLst>
              <a:gd name="connsiteX0" fmla="*/ 108625 w 2248970"/>
              <a:gd name="connsiteY0" fmla="*/ 0 h 2909037"/>
              <a:gd name="connsiteX1" fmla="*/ 2140345 w 2248970"/>
              <a:gd name="connsiteY1" fmla="*/ 0 h 2909037"/>
              <a:gd name="connsiteX2" fmla="*/ 2248970 w 2248970"/>
              <a:gd name="connsiteY2" fmla="*/ 108625 h 2909037"/>
              <a:gd name="connsiteX3" fmla="*/ 2248970 w 2248970"/>
              <a:gd name="connsiteY3" fmla="*/ 2800412 h 2909037"/>
              <a:gd name="connsiteX4" fmla="*/ 2140345 w 2248970"/>
              <a:gd name="connsiteY4" fmla="*/ 2909037 h 2909037"/>
              <a:gd name="connsiteX5" fmla="*/ 108625 w 2248970"/>
              <a:gd name="connsiteY5" fmla="*/ 2909037 h 2909037"/>
              <a:gd name="connsiteX6" fmla="*/ 0 w 2248970"/>
              <a:gd name="connsiteY6" fmla="*/ 2800412 h 2909037"/>
              <a:gd name="connsiteX7" fmla="*/ 0 w 2248970"/>
              <a:gd name="connsiteY7" fmla="*/ 108625 h 2909037"/>
              <a:gd name="connsiteX8" fmla="*/ 108625 w 2248970"/>
              <a:gd name="connsiteY8" fmla="*/ 0 h 29090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248970" h="2909037">
                <a:moveTo>
                  <a:pt x="108625" y="0"/>
                </a:moveTo>
                <a:lnTo>
                  <a:pt x="2140345" y="0"/>
                </a:lnTo>
                <a:cubicBezTo>
                  <a:pt x="2200337" y="0"/>
                  <a:pt x="2248970" y="48633"/>
                  <a:pt x="2248970" y="108625"/>
                </a:cubicBezTo>
                <a:lnTo>
                  <a:pt x="2248970" y="2800412"/>
                </a:lnTo>
                <a:cubicBezTo>
                  <a:pt x="2248970" y="2860404"/>
                  <a:pt x="2200337" y="2909037"/>
                  <a:pt x="2140345" y="2909037"/>
                </a:cubicBezTo>
                <a:lnTo>
                  <a:pt x="108625" y="2909037"/>
                </a:lnTo>
                <a:cubicBezTo>
                  <a:pt x="48633" y="2909037"/>
                  <a:pt x="0" y="2860404"/>
                  <a:pt x="0" y="2800412"/>
                </a:cubicBezTo>
                <a:lnTo>
                  <a:pt x="0" y="108625"/>
                </a:lnTo>
                <a:cubicBezTo>
                  <a:pt x="0" y="48633"/>
                  <a:pt x="48633" y="0"/>
                  <a:pt x="108625" y="0"/>
                </a:cubicBezTo>
                <a:close/>
              </a:path>
            </a:pathLst>
          </a:custGeom>
          <a:pattFill prst="pct5">
            <a:fgClr>
              <a:schemeClr val="accent1"/>
            </a:fgClr>
            <a:bgClr>
              <a:schemeClr val="bg1"/>
            </a:bgClr>
          </a:pattFill>
        </p:spPr>
        <p:txBody>
          <a:bodyPr wrap="square">
            <a:noAutofit/>
          </a:bodyPr>
          <a:lstStyle/>
          <a:p>
            <a:endParaRPr lang="en-US"/>
          </a:p>
        </p:txBody>
      </p:sp>
    </p:spTree>
    <p:extLst>
      <p:ext uri="{BB962C8B-B14F-4D97-AF65-F5344CB8AC3E}">
        <p14:creationId xmlns:p14="http://schemas.microsoft.com/office/powerpoint/2010/main" val="72308521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Blue_Photo_Right">
    <p:spTree>
      <p:nvGrpSpPr>
        <p:cNvPr id="1" name=""/>
        <p:cNvGrpSpPr/>
        <p:nvPr/>
      </p:nvGrpSpPr>
      <p:grpSpPr>
        <a:xfrm>
          <a:off x="0" y="0"/>
          <a:ext cx="0" cy="0"/>
          <a:chOff x="0" y="0"/>
          <a:chExt cx="0" cy="0"/>
        </a:xfrm>
      </p:grpSpPr>
      <p:sp>
        <p:nvSpPr>
          <p:cNvPr id="4" name="Rectangle: Top Corners Rounded 28">
            <a:extLst>
              <a:ext uri="{FF2B5EF4-FFF2-40B4-BE49-F238E27FC236}">
                <a16:creationId xmlns:a16="http://schemas.microsoft.com/office/drawing/2014/main" id="{FEAB47AD-DAED-D64E-8BE8-900B60FEB002}"/>
              </a:ext>
              <a:ext uri="{C183D7F6-B498-43B3-948B-1728B52AA6E4}">
                <adec:decorative xmlns:adec="http://schemas.microsoft.com/office/drawing/2017/decorative" val="1"/>
              </a:ext>
            </a:extLst>
          </p:cNvPr>
          <p:cNvSpPr/>
          <p:nvPr userDrawn="1"/>
        </p:nvSpPr>
        <p:spPr>
          <a:xfrm rot="16200000">
            <a:off x="7261303" y="1927301"/>
            <a:ext cx="6858003" cy="3003390"/>
          </a:xfrm>
          <a:prstGeom prst="round2SameRect">
            <a:avLst>
              <a:gd name="adj1" fmla="val 0"/>
              <a:gd name="adj2" fmla="val 0"/>
            </a:avLst>
          </a:prstGeom>
          <a:solidFill>
            <a:schemeClr val="tx2"/>
          </a:solidFill>
          <a:ln>
            <a:noFill/>
          </a:ln>
        </p:spPr>
        <p:style>
          <a:lnRef idx="0">
            <a:scrgbClr r="0" g="0" b="0"/>
          </a:lnRef>
          <a:fillRef idx="0">
            <a:scrgbClr r="0" g="0" b="0"/>
          </a:fillRef>
          <a:effectRef idx="0">
            <a:scrgbClr r="0" g="0" b="0"/>
          </a:effectRef>
          <a:fontRef idx="minor">
            <a:schemeClr val="lt1"/>
          </a:fontRef>
        </p:style>
        <p:txBody>
          <a:bodyPr wrap="square" rtlCol="0" anchor="ctr">
            <a:noAutofit/>
          </a:bodyPr>
          <a:lstStyle/>
          <a:p>
            <a:pPr algn="ctr"/>
            <a:endParaRPr lang="en-US" sz="1800"/>
          </a:p>
        </p:txBody>
      </p:sp>
      <p:sp>
        <p:nvSpPr>
          <p:cNvPr id="18" name="Title 7">
            <a:extLst>
              <a:ext uri="{FF2B5EF4-FFF2-40B4-BE49-F238E27FC236}">
                <a16:creationId xmlns:a16="http://schemas.microsoft.com/office/drawing/2014/main" id="{7BFB01D5-A81B-14C4-1998-89B066C75F42}"/>
              </a:ext>
            </a:extLst>
          </p:cNvPr>
          <p:cNvSpPr>
            <a:spLocks noGrp="1"/>
          </p:cNvSpPr>
          <p:nvPr>
            <p:ph type="title" hasCustomPrompt="1"/>
          </p:nvPr>
        </p:nvSpPr>
        <p:spPr>
          <a:xfrm>
            <a:off x="774405" y="1070900"/>
            <a:ext cx="5418110" cy="645231"/>
          </a:xfrm>
        </p:spPr>
        <p:txBody>
          <a:bodyPr/>
          <a:lstStyle>
            <a:lvl1pPr>
              <a:lnSpc>
                <a:spcPct val="100000"/>
              </a:lnSpc>
              <a:defRPr sz="2600">
                <a:solidFill>
                  <a:schemeClr val="tx1"/>
                </a:solidFill>
              </a:defRPr>
            </a:lvl1pPr>
          </a:lstStyle>
          <a:p>
            <a:r>
              <a:rPr lang="en-US"/>
              <a:t>Blue Photo on Right Slide</a:t>
            </a:r>
          </a:p>
        </p:txBody>
      </p:sp>
      <p:sp>
        <p:nvSpPr>
          <p:cNvPr id="17" name="Text Placeholder 9">
            <a:extLst>
              <a:ext uri="{FF2B5EF4-FFF2-40B4-BE49-F238E27FC236}">
                <a16:creationId xmlns:a16="http://schemas.microsoft.com/office/drawing/2014/main" id="{EE90CEF6-66AC-79B8-C754-A3F766664A43}"/>
              </a:ext>
            </a:extLst>
          </p:cNvPr>
          <p:cNvSpPr>
            <a:spLocks noGrp="1"/>
          </p:cNvSpPr>
          <p:nvPr>
            <p:ph type="body" sz="quarter" idx="11" hasCustomPrompt="1"/>
          </p:nvPr>
        </p:nvSpPr>
        <p:spPr>
          <a:xfrm>
            <a:off x="774405" y="698128"/>
            <a:ext cx="5418110" cy="198987"/>
          </a:xfrm>
          <a:prstGeom prst="rect">
            <a:avLst/>
          </a:prstGeom>
        </p:spPr>
        <p:txBody>
          <a:bodyPr/>
          <a:lstStyle>
            <a:lvl1pPr marL="0" indent="0">
              <a:lnSpc>
                <a:spcPct val="100000"/>
              </a:lnSpc>
              <a:buNone/>
              <a:defRPr sz="1400" b="0" i="0" cap="all" spc="200" baseline="0">
                <a:solidFill>
                  <a:schemeClr val="tx2"/>
                </a:solidFill>
                <a:latin typeface="Roboto Medium" panose="02000000000000000000" pitchFamily="2" charset="0"/>
                <a:ea typeface="Roboto Medium" panose="02000000000000000000" pitchFamily="2" charset="0"/>
              </a:defRPr>
            </a:lvl1pPr>
          </a:lstStyle>
          <a:p>
            <a:pPr lvl="0"/>
            <a:r>
              <a:rPr lang="en-US"/>
              <a:t>SUBHEAD GOES HERE</a:t>
            </a:r>
          </a:p>
        </p:txBody>
      </p:sp>
      <p:sp>
        <p:nvSpPr>
          <p:cNvPr id="19" name="Text Placeholder 11">
            <a:extLst>
              <a:ext uri="{FF2B5EF4-FFF2-40B4-BE49-F238E27FC236}">
                <a16:creationId xmlns:a16="http://schemas.microsoft.com/office/drawing/2014/main" id="{68D3F23B-9AE1-1FFE-4504-6CF4F36637E4}"/>
              </a:ext>
            </a:extLst>
          </p:cNvPr>
          <p:cNvSpPr>
            <a:spLocks noGrp="1"/>
          </p:cNvSpPr>
          <p:nvPr>
            <p:ph type="body" sz="quarter" idx="14" hasCustomPrompt="1"/>
          </p:nvPr>
        </p:nvSpPr>
        <p:spPr>
          <a:xfrm>
            <a:off x="774405" y="1982021"/>
            <a:ext cx="5418110" cy="4177852"/>
          </a:xfrm>
          <a:prstGeom prst="rect">
            <a:avLst/>
          </a:prstGeom>
        </p:spPr>
        <p:txBody>
          <a:bodyPr/>
          <a:lstStyle>
            <a:lvl1pPr marL="171450" indent="-171450">
              <a:lnSpc>
                <a:spcPts val="2400"/>
              </a:lnSpc>
              <a:spcBef>
                <a:spcPts val="1200"/>
              </a:spcBef>
              <a:buFont typeface="Arial" panose="020B0604020202020204" pitchFamily="34" charset="0"/>
              <a:buChar char="•"/>
              <a:defRPr sz="1800" b="0">
                <a:solidFill>
                  <a:schemeClr val="tx1"/>
                </a:solidFill>
              </a:defRPr>
            </a:lvl1pPr>
            <a:lvl2pPr>
              <a:defRPr sz="1800">
                <a:solidFill>
                  <a:schemeClr val="tx1"/>
                </a:solidFill>
              </a:defRPr>
            </a:lvl2pPr>
            <a:lvl3pPr>
              <a:defRPr sz="1800">
                <a:solidFill>
                  <a:schemeClr val="tx1"/>
                </a:solidFill>
              </a:defRPr>
            </a:lvl3pPr>
            <a:lvl4pPr>
              <a:defRPr sz="1800">
                <a:solidFill>
                  <a:schemeClr val="tx1"/>
                </a:solidFill>
              </a:defRPr>
            </a:lvl4pPr>
          </a:lstStyle>
          <a:p>
            <a:pPr lvl="0"/>
            <a:r>
              <a:rPr lang="en-US"/>
              <a:t>Place in your content here. When pasting in content, please use the “Use Destination Theme” or “Keep Text Only” options to ensure the text matches this template’s styles. </a:t>
            </a:r>
          </a:p>
          <a:p>
            <a:pPr lvl="0"/>
            <a:r>
              <a:rPr lang="en-US"/>
              <a:t>To replace an image, right click on the image, select “Change Picture”, then choose from a file on your device, or “From Clipboard” to paste in a copied image.</a:t>
            </a:r>
          </a:p>
          <a:p>
            <a:pPr lvl="0"/>
            <a:r>
              <a:rPr lang="en-US"/>
              <a:t>First level bullets</a:t>
            </a:r>
          </a:p>
          <a:p>
            <a:pPr lvl="1"/>
            <a:r>
              <a:rPr lang="en-US"/>
              <a:t>Second level bullets</a:t>
            </a:r>
          </a:p>
          <a:p>
            <a:pPr lvl="2"/>
            <a:r>
              <a:rPr lang="en-US"/>
              <a:t>Third level bullets</a:t>
            </a:r>
          </a:p>
          <a:p>
            <a:pPr lvl="3"/>
            <a:r>
              <a:rPr lang="en-US"/>
              <a:t>Fourth level bullets</a:t>
            </a:r>
          </a:p>
        </p:txBody>
      </p:sp>
      <p:sp>
        <p:nvSpPr>
          <p:cNvPr id="36" name="Picture Placeholder 35" descr="Image Placeholder.">
            <a:extLst>
              <a:ext uri="{FF2B5EF4-FFF2-40B4-BE49-F238E27FC236}">
                <a16:creationId xmlns:a16="http://schemas.microsoft.com/office/drawing/2014/main" id="{01421E0B-AB14-7E9D-A4A3-B6D488BD6273}"/>
              </a:ext>
            </a:extLst>
          </p:cNvPr>
          <p:cNvSpPr>
            <a:spLocks noGrp="1"/>
          </p:cNvSpPr>
          <p:nvPr>
            <p:ph type="pic" sz="quarter" idx="13"/>
          </p:nvPr>
        </p:nvSpPr>
        <p:spPr>
          <a:xfrm>
            <a:off x="7081024" y="698128"/>
            <a:ext cx="4222464" cy="5461746"/>
          </a:xfrm>
          <a:custGeom>
            <a:avLst/>
            <a:gdLst>
              <a:gd name="connsiteX0" fmla="*/ 108625 w 2248970"/>
              <a:gd name="connsiteY0" fmla="*/ 0 h 2909037"/>
              <a:gd name="connsiteX1" fmla="*/ 2140345 w 2248970"/>
              <a:gd name="connsiteY1" fmla="*/ 0 h 2909037"/>
              <a:gd name="connsiteX2" fmla="*/ 2248970 w 2248970"/>
              <a:gd name="connsiteY2" fmla="*/ 108625 h 2909037"/>
              <a:gd name="connsiteX3" fmla="*/ 2248970 w 2248970"/>
              <a:gd name="connsiteY3" fmla="*/ 2800412 h 2909037"/>
              <a:gd name="connsiteX4" fmla="*/ 2140345 w 2248970"/>
              <a:gd name="connsiteY4" fmla="*/ 2909037 h 2909037"/>
              <a:gd name="connsiteX5" fmla="*/ 108625 w 2248970"/>
              <a:gd name="connsiteY5" fmla="*/ 2909037 h 2909037"/>
              <a:gd name="connsiteX6" fmla="*/ 0 w 2248970"/>
              <a:gd name="connsiteY6" fmla="*/ 2800412 h 2909037"/>
              <a:gd name="connsiteX7" fmla="*/ 0 w 2248970"/>
              <a:gd name="connsiteY7" fmla="*/ 108625 h 2909037"/>
              <a:gd name="connsiteX8" fmla="*/ 108625 w 2248970"/>
              <a:gd name="connsiteY8" fmla="*/ 0 h 29090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248970" h="2909037">
                <a:moveTo>
                  <a:pt x="108625" y="0"/>
                </a:moveTo>
                <a:lnTo>
                  <a:pt x="2140345" y="0"/>
                </a:lnTo>
                <a:cubicBezTo>
                  <a:pt x="2200337" y="0"/>
                  <a:pt x="2248970" y="48633"/>
                  <a:pt x="2248970" y="108625"/>
                </a:cubicBezTo>
                <a:lnTo>
                  <a:pt x="2248970" y="2800412"/>
                </a:lnTo>
                <a:cubicBezTo>
                  <a:pt x="2248970" y="2860404"/>
                  <a:pt x="2200337" y="2909037"/>
                  <a:pt x="2140345" y="2909037"/>
                </a:cubicBezTo>
                <a:lnTo>
                  <a:pt x="108625" y="2909037"/>
                </a:lnTo>
                <a:cubicBezTo>
                  <a:pt x="48633" y="2909037"/>
                  <a:pt x="0" y="2860404"/>
                  <a:pt x="0" y="2800412"/>
                </a:cubicBezTo>
                <a:lnTo>
                  <a:pt x="0" y="108625"/>
                </a:lnTo>
                <a:cubicBezTo>
                  <a:pt x="0" y="48633"/>
                  <a:pt x="48633" y="0"/>
                  <a:pt x="108625" y="0"/>
                </a:cubicBezTo>
                <a:close/>
              </a:path>
            </a:pathLst>
          </a:custGeom>
          <a:pattFill prst="pct5">
            <a:fgClr>
              <a:schemeClr val="accent1"/>
            </a:fgClr>
            <a:bgClr>
              <a:schemeClr val="bg1"/>
            </a:bgClr>
          </a:pattFill>
        </p:spPr>
        <p:txBody>
          <a:bodyPr wrap="square">
            <a:noAutofit/>
          </a:bodyPr>
          <a:lstStyle/>
          <a:p>
            <a:endParaRPr lang="en-US"/>
          </a:p>
        </p:txBody>
      </p:sp>
    </p:spTree>
    <p:extLst>
      <p:ext uri="{BB962C8B-B14F-4D97-AF65-F5344CB8AC3E}">
        <p14:creationId xmlns:p14="http://schemas.microsoft.com/office/powerpoint/2010/main" val="230367503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BlueG_Photo_Right">
    <p:spTree>
      <p:nvGrpSpPr>
        <p:cNvPr id="1" name=""/>
        <p:cNvGrpSpPr/>
        <p:nvPr/>
      </p:nvGrpSpPr>
      <p:grpSpPr>
        <a:xfrm>
          <a:off x="0" y="0"/>
          <a:ext cx="0" cy="0"/>
          <a:chOff x="0" y="0"/>
          <a:chExt cx="0" cy="0"/>
        </a:xfrm>
      </p:grpSpPr>
      <p:sp>
        <p:nvSpPr>
          <p:cNvPr id="4" name="Rectangle: Top Corners Rounded 28">
            <a:extLst>
              <a:ext uri="{FF2B5EF4-FFF2-40B4-BE49-F238E27FC236}">
                <a16:creationId xmlns:a16="http://schemas.microsoft.com/office/drawing/2014/main" id="{FEAB47AD-DAED-D64E-8BE8-900B60FEB002}"/>
              </a:ext>
              <a:ext uri="{C183D7F6-B498-43B3-948B-1728B52AA6E4}">
                <adec:decorative xmlns:adec="http://schemas.microsoft.com/office/drawing/2017/decorative" val="1"/>
              </a:ext>
            </a:extLst>
          </p:cNvPr>
          <p:cNvSpPr/>
          <p:nvPr userDrawn="1"/>
        </p:nvSpPr>
        <p:spPr>
          <a:xfrm rot="16200000">
            <a:off x="7261303" y="1927301"/>
            <a:ext cx="6858003" cy="3003390"/>
          </a:xfrm>
          <a:prstGeom prst="round2SameRect">
            <a:avLst>
              <a:gd name="adj1" fmla="val 0"/>
              <a:gd name="adj2" fmla="val 0"/>
            </a:avLst>
          </a:prstGeom>
          <a:gradFill flip="none" rotWithShape="1">
            <a:gsLst>
              <a:gs pos="0">
                <a:schemeClr val="tx2">
                  <a:shade val="30000"/>
                  <a:satMod val="115000"/>
                </a:schemeClr>
              </a:gs>
              <a:gs pos="50000">
                <a:schemeClr val="tx2">
                  <a:shade val="67500"/>
                  <a:satMod val="115000"/>
                </a:schemeClr>
              </a:gs>
              <a:gs pos="100000">
                <a:schemeClr val="tx2">
                  <a:shade val="100000"/>
                  <a:satMod val="115000"/>
                </a:schemeClr>
              </a:gs>
            </a:gsLst>
            <a:lin ang="5400000" scaled="1"/>
            <a:tileRect/>
          </a:gradFill>
          <a:ln>
            <a:noFill/>
          </a:ln>
        </p:spPr>
        <p:style>
          <a:lnRef idx="0">
            <a:scrgbClr r="0" g="0" b="0"/>
          </a:lnRef>
          <a:fillRef idx="0">
            <a:scrgbClr r="0" g="0" b="0"/>
          </a:fillRef>
          <a:effectRef idx="0">
            <a:scrgbClr r="0" g="0" b="0"/>
          </a:effectRef>
          <a:fontRef idx="minor">
            <a:schemeClr val="lt1"/>
          </a:fontRef>
        </p:style>
        <p:txBody>
          <a:bodyPr wrap="square" rtlCol="0" anchor="ctr">
            <a:noAutofit/>
          </a:bodyPr>
          <a:lstStyle/>
          <a:p>
            <a:pPr algn="ctr"/>
            <a:endParaRPr lang="en-US" sz="1800"/>
          </a:p>
        </p:txBody>
      </p:sp>
      <p:sp>
        <p:nvSpPr>
          <p:cNvPr id="18" name="Title 7">
            <a:extLst>
              <a:ext uri="{FF2B5EF4-FFF2-40B4-BE49-F238E27FC236}">
                <a16:creationId xmlns:a16="http://schemas.microsoft.com/office/drawing/2014/main" id="{7BFB01D5-A81B-14C4-1998-89B066C75F42}"/>
              </a:ext>
            </a:extLst>
          </p:cNvPr>
          <p:cNvSpPr>
            <a:spLocks noGrp="1"/>
          </p:cNvSpPr>
          <p:nvPr>
            <p:ph type="title" hasCustomPrompt="1"/>
          </p:nvPr>
        </p:nvSpPr>
        <p:spPr>
          <a:xfrm>
            <a:off x="774405" y="1112628"/>
            <a:ext cx="5418110" cy="645231"/>
          </a:xfrm>
        </p:spPr>
        <p:txBody>
          <a:bodyPr/>
          <a:lstStyle>
            <a:lvl1pPr>
              <a:lnSpc>
                <a:spcPct val="100000"/>
              </a:lnSpc>
              <a:defRPr sz="2600">
                <a:solidFill>
                  <a:schemeClr val="tx1"/>
                </a:solidFill>
              </a:defRPr>
            </a:lvl1pPr>
          </a:lstStyle>
          <a:p>
            <a:r>
              <a:rPr lang="en-US"/>
              <a:t>Blue Gradient Photo on Right Slide</a:t>
            </a:r>
          </a:p>
        </p:txBody>
      </p:sp>
      <p:sp>
        <p:nvSpPr>
          <p:cNvPr id="17" name="Text Placeholder 9">
            <a:extLst>
              <a:ext uri="{FF2B5EF4-FFF2-40B4-BE49-F238E27FC236}">
                <a16:creationId xmlns:a16="http://schemas.microsoft.com/office/drawing/2014/main" id="{EE90CEF6-66AC-79B8-C754-A3F766664A43}"/>
              </a:ext>
            </a:extLst>
          </p:cNvPr>
          <p:cNvSpPr>
            <a:spLocks noGrp="1"/>
          </p:cNvSpPr>
          <p:nvPr>
            <p:ph type="body" sz="quarter" idx="11" hasCustomPrompt="1"/>
          </p:nvPr>
        </p:nvSpPr>
        <p:spPr>
          <a:xfrm>
            <a:off x="774405" y="739856"/>
            <a:ext cx="5418110" cy="198987"/>
          </a:xfrm>
          <a:prstGeom prst="rect">
            <a:avLst/>
          </a:prstGeom>
        </p:spPr>
        <p:txBody>
          <a:bodyPr/>
          <a:lstStyle>
            <a:lvl1pPr marL="0" indent="0">
              <a:lnSpc>
                <a:spcPct val="100000"/>
              </a:lnSpc>
              <a:buNone/>
              <a:defRPr sz="1400" b="0" i="0" cap="all" spc="200" baseline="0">
                <a:solidFill>
                  <a:schemeClr val="tx2"/>
                </a:solidFill>
                <a:latin typeface="Roboto Medium" panose="02000000000000000000" pitchFamily="2" charset="0"/>
                <a:ea typeface="Roboto Medium" panose="02000000000000000000" pitchFamily="2" charset="0"/>
              </a:defRPr>
            </a:lvl1pPr>
          </a:lstStyle>
          <a:p>
            <a:pPr lvl="0"/>
            <a:r>
              <a:rPr lang="en-US"/>
              <a:t>SUBHEAD GOES HERE</a:t>
            </a:r>
          </a:p>
        </p:txBody>
      </p:sp>
      <p:sp>
        <p:nvSpPr>
          <p:cNvPr id="19" name="Text Placeholder 11">
            <a:extLst>
              <a:ext uri="{FF2B5EF4-FFF2-40B4-BE49-F238E27FC236}">
                <a16:creationId xmlns:a16="http://schemas.microsoft.com/office/drawing/2014/main" id="{68D3F23B-9AE1-1FFE-4504-6CF4F36637E4}"/>
              </a:ext>
            </a:extLst>
          </p:cNvPr>
          <p:cNvSpPr>
            <a:spLocks noGrp="1"/>
          </p:cNvSpPr>
          <p:nvPr>
            <p:ph type="body" sz="quarter" idx="14" hasCustomPrompt="1"/>
          </p:nvPr>
        </p:nvSpPr>
        <p:spPr>
          <a:xfrm>
            <a:off x="774405" y="2023748"/>
            <a:ext cx="5418110" cy="4116409"/>
          </a:xfrm>
          <a:prstGeom prst="rect">
            <a:avLst/>
          </a:prstGeom>
        </p:spPr>
        <p:txBody>
          <a:bodyPr/>
          <a:lstStyle>
            <a:lvl1pPr marL="171450" indent="-171450">
              <a:lnSpc>
                <a:spcPts val="2400"/>
              </a:lnSpc>
              <a:spcBef>
                <a:spcPts val="1200"/>
              </a:spcBef>
              <a:buFont typeface="Arial" panose="020B0604020202020204" pitchFamily="34" charset="0"/>
              <a:buChar char="•"/>
              <a:defRPr sz="1800" b="0">
                <a:solidFill>
                  <a:schemeClr val="tx1"/>
                </a:solidFill>
              </a:defRPr>
            </a:lvl1pPr>
            <a:lvl2pPr>
              <a:defRPr sz="1800">
                <a:solidFill>
                  <a:schemeClr val="tx1"/>
                </a:solidFill>
              </a:defRPr>
            </a:lvl2pPr>
            <a:lvl3pPr>
              <a:defRPr sz="1800">
                <a:solidFill>
                  <a:schemeClr val="tx1"/>
                </a:solidFill>
              </a:defRPr>
            </a:lvl3pPr>
            <a:lvl4pPr>
              <a:defRPr sz="1800">
                <a:solidFill>
                  <a:schemeClr val="tx1"/>
                </a:solidFill>
              </a:defRPr>
            </a:lvl4pPr>
          </a:lstStyle>
          <a:p>
            <a:pPr lvl="0"/>
            <a:r>
              <a:rPr lang="en-US"/>
              <a:t>Place in your content here. When pasting in content, please use the “Use Destination Theme” or “Keep Text Only” options to ensure the text matches this template’s styles. </a:t>
            </a:r>
          </a:p>
          <a:p>
            <a:pPr lvl="0"/>
            <a:r>
              <a:rPr lang="en-US"/>
              <a:t>To replace an image, right click on the image, select “Change Picture”, then choose from a file on your device, or “From Clipboard” to paste in a copied image.</a:t>
            </a:r>
          </a:p>
          <a:p>
            <a:pPr lvl="0"/>
            <a:r>
              <a:rPr lang="en-US"/>
              <a:t>First level bullets</a:t>
            </a:r>
          </a:p>
          <a:p>
            <a:pPr lvl="1"/>
            <a:r>
              <a:rPr lang="en-US"/>
              <a:t>Second level bullets</a:t>
            </a:r>
          </a:p>
          <a:p>
            <a:pPr lvl="2"/>
            <a:r>
              <a:rPr lang="en-US"/>
              <a:t>Third level bullets</a:t>
            </a:r>
          </a:p>
          <a:p>
            <a:pPr lvl="3"/>
            <a:r>
              <a:rPr lang="en-US"/>
              <a:t>Fourth level bullets</a:t>
            </a:r>
          </a:p>
        </p:txBody>
      </p:sp>
      <p:sp>
        <p:nvSpPr>
          <p:cNvPr id="36" name="Picture Placeholder 35" descr="Image Placeholder.">
            <a:extLst>
              <a:ext uri="{FF2B5EF4-FFF2-40B4-BE49-F238E27FC236}">
                <a16:creationId xmlns:a16="http://schemas.microsoft.com/office/drawing/2014/main" id="{01421E0B-AB14-7E9D-A4A3-B6D488BD6273}"/>
              </a:ext>
            </a:extLst>
          </p:cNvPr>
          <p:cNvSpPr>
            <a:spLocks noGrp="1"/>
          </p:cNvSpPr>
          <p:nvPr>
            <p:ph type="pic" sz="quarter" idx="13"/>
          </p:nvPr>
        </p:nvSpPr>
        <p:spPr>
          <a:xfrm>
            <a:off x="7081024" y="698128"/>
            <a:ext cx="4222464" cy="5461746"/>
          </a:xfrm>
          <a:custGeom>
            <a:avLst/>
            <a:gdLst>
              <a:gd name="connsiteX0" fmla="*/ 108625 w 2248970"/>
              <a:gd name="connsiteY0" fmla="*/ 0 h 2909037"/>
              <a:gd name="connsiteX1" fmla="*/ 2140345 w 2248970"/>
              <a:gd name="connsiteY1" fmla="*/ 0 h 2909037"/>
              <a:gd name="connsiteX2" fmla="*/ 2248970 w 2248970"/>
              <a:gd name="connsiteY2" fmla="*/ 108625 h 2909037"/>
              <a:gd name="connsiteX3" fmla="*/ 2248970 w 2248970"/>
              <a:gd name="connsiteY3" fmla="*/ 2800412 h 2909037"/>
              <a:gd name="connsiteX4" fmla="*/ 2140345 w 2248970"/>
              <a:gd name="connsiteY4" fmla="*/ 2909037 h 2909037"/>
              <a:gd name="connsiteX5" fmla="*/ 108625 w 2248970"/>
              <a:gd name="connsiteY5" fmla="*/ 2909037 h 2909037"/>
              <a:gd name="connsiteX6" fmla="*/ 0 w 2248970"/>
              <a:gd name="connsiteY6" fmla="*/ 2800412 h 2909037"/>
              <a:gd name="connsiteX7" fmla="*/ 0 w 2248970"/>
              <a:gd name="connsiteY7" fmla="*/ 108625 h 2909037"/>
              <a:gd name="connsiteX8" fmla="*/ 108625 w 2248970"/>
              <a:gd name="connsiteY8" fmla="*/ 0 h 29090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248970" h="2909037">
                <a:moveTo>
                  <a:pt x="108625" y="0"/>
                </a:moveTo>
                <a:lnTo>
                  <a:pt x="2140345" y="0"/>
                </a:lnTo>
                <a:cubicBezTo>
                  <a:pt x="2200337" y="0"/>
                  <a:pt x="2248970" y="48633"/>
                  <a:pt x="2248970" y="108625"/>
                </a:cubicBezTo>
                <a:lnTo>
                  <a:pt x="2248970" y="2800412"/>
                </a:lnTo>
                <a:cubicBezTo>
                  <a:pt x="2248970" y="2860404"/>
                  <a:pt x="2200337" y="2909037"/>
                  <a:pt x="2140345" y="2909037"/>
                </a:cubicBezTo>
                <a:lnTo>
                  <a:pt x="108625" y="2909037"/>
                </a:lnTo>
                <a:cubicBezTo>
                  <a:pt x="48633" y="2909037"/>
                  <a:pt x="0" y="2860404"/>
                  <a:pt x="0" y="2800412"/>
                </a:cubicBezTo>
                <a:lnTo>
                  <a:pt x="0" y="108625"/>
                </a:lnTo>
                <a:cubicBezTo>
                  <a:pt x="0" y="48633"/>
                  <a:pt x="48633" y="0"/>
                  <a:pt x="108625" y="0"/>
                </a:cubicBezTo>
                <a:close/>
              </a:path>
            </a:pathLst>
          </a:custGeom>
          <a:pattFill prst="pct5">
            <a:fgClr>
              <a:schemeClr val="accent1"/>
            </a:fgClr>
            <a:bgClr>
              <a:schemeClr val="bg1"/>
            </a:bgClr>
          </a:pattFill>
        </p:spPr>
        <p:txBody>
          <a:bodyPr wrap="square">
            <a:noAutofit/>
          </a:bodyPr>
          <a:lstStyle/>
          <a:p>
            <a:endParaRPr lang="en-US"/>
          </a:p>
        </p:txBody>
      </p:sp>
    </p:spTree>
    <p:extLst>
      <p:ext uri="{BB962C8B-B14F-4D97-AF65-F5344CB8AC3E}">
        <p14:creationId xmlns:p14="http://schemas.microsoft.com/office/powerpoint/2010/main" val="2321819571"/>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Photo_Left">
    <p:spTree>
      <p:nvGrpSpPr>
        <p:cNvPr id="1" name=""/>
        <p:cNvGrpSpPr/>
        <p:nvPr/>
      </p:nvGrpSpPr>
      <p:grpSpPr>
        <a:xfrm>
          <a:off x="0" y="0"/>
          <a:ext cx="0" cy="0"/>
          <a:chOff x="0" y="0"/>
          <a:chExt cx="0" cy="0"/>
        </a:xfrm>
      </p:grpSpPr>
      <p:sp>
        <p:nvSpPr>
          <p:cNvPr id="4" name="Rectangle: Top Corners Rounded 8">
            <a:extLst>
              <a:ext uri="{FF2B5EF4-FFF2-40B4-BE49-F238E27FC236}">
                <a16:creationId xmlns:a16="http://schemas.microsoft.com/office/drawing/2014/main" id="{BBABB99C-A34B-E14D-B267-4494C4279A4B}"/>
              </a:ext>
              <a:ext uri="{C183D7F6-B498-43B3-948B-1728B52AA6E4}">
                <adec:decorative xmlns:adec="http://schemas.microsoft.com/office/drawing/2017/decorative" val="1"/>
              </a:ext>
            </a:extLst>
          </p:cNvPr>
          <p:cNvSpPr/>
          <p:nvPr/>
        </p:nvSpPr>
        <p:spPr>
          <a:xfrm rot="16200000">
            <a:off x="7536330" y="969876"/>
            <a:ext cx="4373004" cy="4938343"/>
          </a:xfrm>
          <a:prstGeom prst="round2SameRect">
            <a:avLst>
              <a:gd name="adj1" fmla="val 4732"/>
              <a:gd name="adj2" fmla="val 0"/>
            </a:avLst>
          </a:prstGeom>
          <a:gradFill>
            <a:gsLst>
              <a:gs pos="100000">
                <a:schemeClr val="tx1"/>
              </a:gs>
              <a:gs pos="0">
                <a:schemeClr val="tx2"/>
              </a:gs>
            </a:gsLst>
            <a:lin ang="2700000" scaled="1"/>
          </a:gradFill>
          <a:ln>
            <a:noFill/>
          </a:ln>
          <a:effectLst>
            <a:outerShdw blurRad="762000" dist="114300" dir="2700000" algn="tl"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800"/>
          </a:p>
        </p:txBody>
      </p:sp>
      <p:sp>
        <p:nvSpPr>
          <p:cNvPr id="13" name="Title 7">
            <a:extLst>
              <a:ext uri="{FF2B5EF4-FFF2-40B4-BE49-F238E27FC236}">
                <a16:creationId xmlns:a16="http://schemas.microsoft.com/office/drawing/2014/main" id="{DF05E8BB-A40D-77FC-456F-B4C6FEBF8834}"/>
              </a:ext>
            </a:extLst>
          </p:cNvPr>
          <p:cNvSpPr>
            <a:spLocks noGrp="1"/>
          </p:cNvSpPr>
          <p:nvPr>
            <p:ph type="title" hasCustomPrompt="1"/>
          </p:nvPr>
        </p:nvSpPr>
        <p:spPr>
          <a:xfrm>
            <a:off x="8078971" y="2178826"/>
            <a:ext cx="3439931" cy="994143"/>
          </a:xfrm>
        </p:spPr>
        <p:txBody>
          <a:bodyPr/>
          <a:lstStyle>
            <a:lvl1pPr>
              <a:lnSpc>
                <a:spcPct val="100000"/>
              </a:lnSpc>
              <a:defRPr sz="2600">
                <a:solidFill>
                  <a:schemeClr val="bg1"/>
                </a:solidFill>
              </a:defRPr>
            </a:lvl1pPr>
          </a:lstStyle>
          <a:p>
            <a:r>
              <a:rPr lang="en-US" sz="2600" b="1">
                <a:solidFill>
                  <a:schemeClr val="bg1"/>
                </a:solidFill>
                <a:latin typeface="Roboto" panose="02000000000000000000" pitchFamily="2" charset="0"/>
                <a:ea typeface="Roboto" panose="02000000000000000000" pitchFamily="2" charset="0"/>
                <a:cs typeface="Poppins SemiBold" panose="00000700000000000000" pitchFamily="2" charset="0"/>
              </a:rPr>
              <a:t>Large Photo on Left Slide</a:t>
            </a:r>
            <a:endParaRPr lang="en-US"/>
          </a:p>
        </p:txBody>
      </p:sp>
      <p:sp>
        <p:nvSpPr>
          <p:cNvPr id="14" name="Text Placeholder 9">
            <a:extLst>
              <a:ext uri="{FF2B5EF4-FFF2-40B4-BE49-F238E27FC236}">
                <a16:creationId xmlns:a16="http://schemas.microsoft.com/office/drawing/2014/main" id="{B1FD5C84-763A-903D-6385-7D41770F43C9}"/>
              </a:ext>
            </a:extLst>
          </p:cNvPr>
          <p:cNvSpPr>
            <a:spLocks noGrp="1"/>
          </p:cNvSpPr>
          <p:nvPr>
            <p:ph type="body" sz="quarter" idx="11" hasCustomPrompt="1"/>
          </p:nvPr>
        </p:nvSpPr>
        <p:spPr>
          <a:xfrm>
            <a:off x="8078971" y="1787766"/>
            <a:ext cx="3439931" cy="198987"/>
          </a:xfrm>
          <a:prstGeom prst="rect">
            <a:avLst/>
          </a:prstGeom>
        </p:spPr>
        <p:txBody>
          <a:bodyPr/>
          <a:lstStyle>
            <a:lvl1pPr marL="0" indent="0">
              <a:lnSpc>
                <a:spcPct val="100000"/>
              </a:lnSpc>
              <a:buNone/>
              <a:defRPr sz="1400" b="0" i="0" cap="all" spc="200" baseline="0">
                <a:solidFill>
                  <a:srgbClr val="FCCF85"/>
                </a:solidFill>
                <a:latin typeface="Roboto Medium" panose="02000000000000000000" pitchFamily="2" charset="0"/>
                <a:ea typeface="Roboto Medium" panose="02000000000000000000" pitchFamily="2" charset="0"/>
              </a:defRPr>
            </a:lvl1pPr>
          </a:lstStyle>
          <a:p>
            <a:pPr lvl="0"/>
            <a:r>
              <a:rPr lang="en-US"/>
              <a:t>SUBHEAD GOES HERE</a:t>
            </a:r>
          </a:p>
        </p:txBody>
      </p:sp>
      <p:sp>
        <p:nvSpPr>
          <p:cNvPr id="15" name="Text Placeholder 11">
            <a:extLst>
              <a:ext uri="{FF2B5EF4-FFF2-40B4-BE49-F238E27FC236}">
                <a16:creationId xmlns:a16="http://schemas.microsoft.com/office/drawing/2014/main" id="{1CDA09B4-789A-2063-5EDF-2E4BCE5871F2}"/>
              </a:ext>
            </a:extLst>
          </p:cNvPr>
          <p:cNvSpPr>
            <a:spLocks noGrp="1"/>
          </p:cNvSpPr>
          <p:nvPr>
            <p:ph type="body" sz="quarter" idx="12" hasCustomPrompt="1"/>
          </p:nvPr>
        </p:nvSpPr>
        <p:spPr>
          <a:xfrm>
            <a:off x="8078970" y="3435635"/>
            <a:ext cx="3749040" cy="1929814"/>
          </a:xfrm>
          <a:prstGeom prst="rect">
            <a:avLst/>
          </a:prstGeom>
        </p:spPr>
        <p:txBody>
          <a:bodyPr wrap="square"/>
          <a:lstStyle>
            <a:lvl1pPr marL="285750" indent="-285750">
              <a:lnSpc>
                <a:spcPct val="150000"/>
              </a:lnSpc>
              <a:spcBef>
                <a:spcPts val="1200"/>
              </a:spcBef>
              <a:buFont typeface="Arial" panose="020B0604020202020204" pitchFamily="34" charset="0"/>
              <a:buChar char="•"/>
              <a:defRPr sz="1800">
                <a:solidFill>
                  <a:schemeClr val="bg1"/>
                </a:solidFill>
              </a:defRPr>
            </a:lvl1pPr>
            <a:lvl2pPr>
              <a:defRPr>
                <a:solidFill>
                  <a:schemeClr val="bg1"/>
                </a:solidFill>
              </a:defRPr>
            </a:lvl2pPr>
            <a:lvl3pPr>
              <a:defRPr>
                <a:solidFill>
                  <a:schemeClr val="bg1"/>
                </a:solidFill>
              </a:defRPr>
            </a:lvl3pPr>
            <a:lvl4pPr marL="1371600" indent="0">
              <a:buNone/>
              <a:defRPr>
                <a:solidFill>
                  <a:schemeClr val="bg1"/>
                </a:solidFill>
              </a:defRPr>
            </a:lvl4pPr>
          </a:lstStyle>
          <a:p>
            <a:pPr lvl="0"/>
            <a:r>
              <a:rPr lang="en-US"/>
              <a:t>Place in your content here.</a:t>
            </a:r>
          </a:p>
          <a:p>
            <a:pPr lvl="0"/>
            <a:r>
              <a:rPr lang="en-US"/>
              <a:t>First level bullets</a:t>
            </a:r>
          </a:p>
          <a:p>
            <a:pPr lvl="1"/>
            <a:r>
              <a:rPr lang="en-US"/>
              <a:t>Second level bullets</a:t>
            </a:r>
          </a:p>
          <a:p>
            <a:pPr lvl="2"/>
            <a:r>
              <a:rPr lang="en-US"/>
              <a:t>Third level bullets</a:t>
            </a:r>
          </a:p>
        </p:txBody>
      </p:sp>
      <p:sp>
        <p:nvSpPr>
          <p:cNvPr id="7" name="Picture Placeholder 6">
            <a:extLst>
              <a:ext uri="{FF2B5EF4-FFF2-40B4-BE49-F238E27FC236}">
                <a16:creationId xmlns:a16="http://schemas.microsoft.com/office/drawing/2014/main" id="{503DECFC-0B81-46D0-8169-5E3D4D631169}"/>
              </a:ext>
            </a:extLst>
          </p:cNvPr>
          <p:cNvSpPr>
            <a:spLocks noGrp="1"/>
          </p:cNvSpPr>
          <p:nvPr>
            <p:ph type="pic" sz="quarter" idx="10"/>
          </p:nvPr>
        </p:nvSpPr>
        <p:spPr>
          <a:xfrm>
            <a:off x="0" y="0"/>
            <a:ext cx="6502400" cy="6858000"/>
          </a:xfrm>
          <a:custGeom>
            <a:avLst/>
            <a:gdLst>
              <a:gd name="connsiteX0" fmla="*/ 0 w 4381500"/>
              <a:gd name="connsiteY0" fmla="*/ 0 h 2619375"/>
              <a:gd name="connsiteX1" fmla="*/ 4381500 w 4381500"/>
              <a:gd name="connsiteY1" fmla="*/ 0 h 2619375"/>
              <a:gd name="connsiteX2" fmla="*/ 4381500 w 4381500"/>
              <a:gd name="connsiteY2" fmla="*/ 2619375 h 2619375"/>
              <a:gd name="connsiteX3" fmla="*/ 0 w 4381500"/>
              <a:gd name="connsiteY3" fmla="*/ 2619375 h 2619375"/>
            </a:gdLst>
            <a:ahLst/>
            <a:cxnLst>
              <a:cxn ang="0">
                <a:pos x="connsiteX0" y="connsiteY0"/>
              </a:cxn>
              <a:cxn ang="0">
                <a:pos x="connsiteX1" y="connsiteY1"/>
              </a:cxn>
              <a:cxn ang="0">
                <a:pos x="connsiteX2" y="connsiteY2"/>
              </a:cxn>
              <a:cxn ang="0">
                <a:pos x="connsiteX3" y="connsiteY3"/>
              </a:cxn>
            </a:cxnLst>
            <a:rect l="l" t="t" r="r" b="b"/>
            <a:pathLst>
              <a:path w="4381500" h="2619375">
                <a:moveTo>
                  <a:pt x="0" y="0"/>
                </a:moveTo>
                <a:lnTo>
                  <a:pt x="4381500" y="0"/>
                </a:lnTo>
                <a:lnTo>
                  <a:pt x="4381500" y="2619375"/>
                </a:lnTo>
                <a:lnTo>
                  <a:pt x="0" y="2619375"/>
                </a:lnTo>
                <a:close/>
              </a:path>
            </a:pathLst>
          </a:custGeom>
          <a:pattFill prst="pct5">
            <a:fgClr>
              <a:schemeClr val="accent1"/>
            </a:fgClr>
            <a:bgClr>
              <a:schemeClr val="bg1"/>
            </a:bgClr>
          </a:pattFill>
        </p:spPr>
        <p:txBody>
          <a:bodyPr wrap="square">
            <a:noAutofit/>
          </a:bodyPr>
          <a:lstStyle>
            <a:lvl1pPr>
              <a:defRPr sz="1200"/>
            </a:lvl1pPr>
          </a:lstStyle>
          <a:p>
            <a:r>
              <a:rPr lang="en-US"/>
              <a:t>Click icon to add picture</a:t>
            </a:r>
          </a:p>
        </p:txBody>
      </p:sp>
    </p:spTree>
    <p:extLst>
      <p:ext uri="{BB962C8B-B14F-4D97-AF65-F5344CB8AC3E}">
        <p14:creationId xmlns:p14="http://schemas.microsoft.com/office/powerpoint/2010/main" val="308926471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Photo_Right">
    <p:spTree>
      <p:nvGrpSpPr>
        <p:cNvPr id="1" name=""/>
        <p:cNvGrpSpPr/>
        <p:nvPr/>
      </p:nvGrpSpPr>
      <p:grpSpPr>
        <a:xfrm>
          <a:off x="0" y="0"/>
          <a:ext cx="0" cy="0"/>
          <a:chOff x="0" y="0"/>
          <a:chExt cx="0" cy="0"/>
        </a:xfrm>
      </p:grpSpPr>
      <p:sp>
        <p:nvSpPr>
          <p:cNvPr id="14" name="Rectangle: Top Corners Rounded 11">
            <a:extLst>
              <a:ext uri="{FF2B5EF4-FFF2-40B4-BE49-F238E27FC236}">
                <a16:creationId xmlns:a16="http://schemas.microsoft.com/office/drawing/2014/main" id="{78A87D95-B79D-7A49-A2E2-D373F4AB039E}"/>
              </a:ext>
              <a:ext uri="{C183D7F6-B498-43B3-948B-1728B52AA6E4}">
                <adec:decorative xmlns:adec="http://schemas.microsoft.com/office/drawing/2017/decorative" val="1"/>
              </a:ext>
            </a:extLst>
          </p:cNvPr>
          <p:cNvSpPr/>
          <p:nvPr/>
        </p:nvSpPr>
        <p:spPr>
          <a:xfrm rot="5400000" flipH="1">
            <a:off x="1195571" y="90430"/>
            <a:ext cx="3936086" cy="6327230"/>
          </a:xfrm>
          <a:prstGeom prst="round2SameRect">
            <a:avLst>
              <a:gd name="adj1" fmla="val 5471"/>
              <a:gd name="adj2" fmla="val 0"/>
            </a:avLst>
          </a:prstGeom>
          <a:solidFill>
            <a:schemeClr val="tx2"/>
          </a:solidFill>
          <a:ln>
            <a:noFill/>
          </a:ln>
          <a:effectLst>
            <a:outerShdw blurRad="762000" dist="114300" dir="2700000" algn="tl"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800"/>
          </a:p>
        </p:txBody>
      </p:sp>
      <p:sp>
        <p:nvSpPr>
          <p:cNvPr id="13" name="Picture Placeholder 12">
            <a:extLst>
              <a:ext uri="{FF2B5EF4-FFF2-40B4-BE49-F238E27FC236}">
                <a16:creationId xmlns:a16="http://schemas.microsoft.com/office/drawing/2014/main" id="{C1002F5A-98A3-66C7-820A-95F243098443}"/>
              </a:ext>
            </a:extLst>
          </p:cNvPr>
          <p:cNvSpPr>
            <a:spLocks noGrp="1"/>
          </p:cNvSpPr>
          <p:nvPr>
            <p:ph type="pic" sz="quarter" idx="10"/>
          </p:nvPr>
        </p:nvSpPr>
        <p:spPr>
          <a:xfrm>
            <a:off x="7243612" y="514338"/>
            <a:ext cx="4938341" cy="5829320"/>
          </a:xfrm>
          <a:custGeom>
            <a:avLst/>
            <a:gdLst>
              <a:gd name="connsiteX0" fmla="*/ 233682 w 4938342"/>
              <a:gd name="connsiteY0" fmla="*/ 0 h 5829320"/>
              <a:gd name="connsiteX1" fmla="*/ 4938342 w 4938342"/>
              <a:gd name="connsiteY1" fmla="*/ 0 h 5829320"/>
              <a:gd name="connsiteX2" fmla="*/ 4938342 w 4938342"/>
              <a:gd name="connsiteY2" fmla="*/ 5829320 h 5829320"/>
              <a:gd name="connsiteX3" fmla="*/ 233682 w 4938342"/>
              <a:gd name="connsiteY3" fmla="*/ 5829320 h 5829320"/>
              <a:gd name="connsiteX4" fmla="*/ 0 w 4938342"/>
              <a:gd name="connsiteY4" fmla="*/ 5595638 h 5829320"/>
              <a:gd name="connsiteX5" fmla="*/ 0 w 4938342"/>
              <a:gd name="connsiteY5" fmla="*/ 233682 h 5829320"/>
              <a:gd name="connsiteX6" fmla="*/ 233682 w 4938342"/>
              <a:gd name="connsiteY6" fmla="*/ 0 h 58293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938342" h="5829320">
                <a:moveTo>
                  <a:pt x="233682" y="0"/>
                </a:moveTo>
                <a:lnTo>
                  <a:pt x="4938342" y="0"/>
                </a:lnTo>
                <a:lnTo>
                  <a:pt x="4938342" y="5829320"/>
                </a:lnTo>
                <a:lnTo>
                  <a:pt x="233682" y="5829320"/>
                </a:lnTo>
                <a:cubicBezTo>
                  <a:pt x="104623" y="5829320"/>
                  <a:pt x="0" y="5724697"/>
                  <a:pt x="0" y="5595638"/>
                </a:cubicBezTo>
                <a:lnTo>
                  <a:pt x="0" y="233682"/>
                </a:lnTo>
                <a:cubicBezTo>
                  <a:pt x="0" y="104623"/>
                  <a:pt x="104623" y="0"/>
                  <a:pt x="233682" y="0"/>
                </a:cubicBezTo>
                <a:close/>
              </a:path>
            </a:pathLst>
          </a:custGeom>
          <a:pattFill prst="pct5">
            <a:fgClr>
              <a:schemeClr val="accent1"/>
            </a:fgClr>
            <a:bgClr>
              <a:schemeClr val="bg1"/>
            </a:bgClr>
          </a:pattFill>
        </p:spPr>
        <p:txBody>
          <a:bodyPr wrap="square">
            <a:noAutofit/>
          </a:bodyPr>
          <a:lstStyle>
            <a:lvl1pPr>
              <a:defRPr sz="1200"/>
            </a:lvl1pPr>
          </a:lstStyle>
          <a:p>
            <a:r>
              <a:rPr lang="en-US"/>
              <a:t>Click icon to add picture</a:t>
            </a:r>
          </a:p>
        </p:txBody>
      </p:sp>
      <p:sp>
        <p:nvSpPr>
          <p:cNvPr id="4" name="Title 7">
            <a:extLst>
              <a:ext uri="{FF2B5EF4-FFF2-40B4-BE49-F238E27FC236}">
                <a16:creationId xmlns:a16="http://schemas.microsoft.com/office/drawing/2014/main" id="{EC0D6279-0549-E46F-0C9A-472C5B169E54}"/>
              </a:ext>
            </a:extLst>
          </p:cNvPr>
          <p:cNvSpPr>
            <a:spLocks noGrp="1"/>
          </p:cNvSpPr>
          <p:nvPr>
            <p:ph type="title" hasCustomPrompt="1"/>
          </p:nvPr>
        </p:nvSpPr>
        <p:spPr>
          <a:xfrm>
            <a:off x="774404" y="2008685"/>
            <a:ext cx="5321596" cy="994143"/>
          </a:xfrm>
        </p:spPr>
        <p:txBody>
          <a:bodyPr/>
          <a:lstStyle>
            <a:lvl1pPr>
              <a:lnSpc>
                <a:spcPct val="100000"/>
              </a:lnSpc>
              <a:defRPr sz="2600">
                <a:solidFill>
                  <a:schemeClr val="bg1"/>
                </a:solidFill>
              </a:defRPr>
            </a:lvl1pPr>
          </a:lstStyle>
          <a:p>
            <a:r>
              <a:rPr lang="en-US" sz="2600" b="1">
                <a:solidFill>
                  <a:schemeClr val="bg1"/>
                </a:solidFill>
                <a:latin typeface="Roboto" panose="02000000000000000000" pitchFamily="2" charset="0"/>
                <a:ea typeface="Roboto" panose="02000000000000000000" pitchFamily="2" charset="0"/>
                <a:cs typeface="Poppins SemiBold" panose="00000700000000000000" pitchFamily="2" charset="0"/>
              </a:rPr>
              <a:t>Large Framed Photo on Right Slide</a:t>
            </a:r>
            <a:endParaRPr lang="en-US"/>
          </a:p>
        </p:txBody>
      </p:sp>
      <p:sp>
        <p:nvSpPr>
          <p:cNvPr id="3" name="Text Placeholder 9">
            <a:extLst>
              <a:ext uri="{FF2B5EF4-FFF2-40B4-BE49-F238E27FC236}">
                <a16:creationId xmlns:a16="http://schemas.microsoft.com/office/drawing/2014/main" id="{41E25785-A805-5C54-061C-E47C081BA746}"/>
              </a:ext>
            </a:extLst>
          </p:cNvPr>
          <p:cNvSpPr>
            <a:spLocks noGrp="1"/>
          </p:cNvSpPr>
          <p:nvPr>
            <p:ph type="body" sz="quarter" idx="11" hasCustomPrompt="1"/>
          </p:nvPr>
        </p:nvSpPr>
        <p:spPr>
          <a:xfrm>
            <a:off x="774404" y="1626769"/>
            <a:ext cx="3439931" cy="198987"/>
          </a:xfrm>
          <a:prstGeom prst="rect">
            <a:avLst/>
          </a:prstGeom>
        </p:spPr>
        <p:txBody>
          <a:bodyPr/>
          <a:lstStyle>
            <a:lvl1pPr marL="0" indent="0">
              <a:lnSpc>
                <a:spcPct val="100000"/>
              </a:lnSpc>
              <a:buNone/>
              <a:defRPr sz="1400" b="0" i="0" cap="all" spc="200" baseline="0">
                <a:solidFill>
                  <a:srgbClr val="FCCF85"/>
                </a:solidFill>
                <a:latin typeface="Roboto Medium" panose="02000000000000000000" pitchFamily="2" charset="0"/>
                <a:ea typeface="Roboto Medium" panose="02000000000000000000" pitchFamily="2" charset="0"/>
              </a:defRPr>
            </a:lvl1pPr>
          </a:lstStyle>
          <a:p>
            <a:pPr lvl="0"/>
            <a:r>
              <a:rPr lang="en-US"/>
              <a:t>SUBHEAD GOES HERE</a:t>
            </a:r>
          </a:p>
        </p:txBody>
      </p:sp>
      <p:sp>
        <p:nvSpPr>
          <p:cNvPr id="5" name="Text Placeholder 11">
            <a:extLst>
              <a:ext uri="{FF2B5EF4-FFF2-40B4-BE49-F238E27FC236}">
                <a16:creationId xmlns:a16="http://schemas.microsoft.com/office/drawing/2014/main" id="{62D71CB5-9E7A-7F92-D480-CB48F14D38B5}"/>
              </a:ext>
            </a:extLst>
          </p:cNvPr>
          <p:cNvSpPr>
            <a:spLocks noGrp="1"/>
          </p:cNvSpPr>
          <p:nvPr>
            <p:ph type="body" sz="quarter" idx="12" hasCustomPrompt="1"/>
          </p:nvPr>
        </p:nvSpPr>
        <p:spPr>
          <a:xfrm>
            <a:off x="774404" y="3265494"/>
            <a:ext cx="5321596" cy="1757609"/>
          </a:xfrm>
          <a:prstGeom prst="rect">
            <a:avLst/>
          </a:prstGeom>
        </p:spPr>
        <p:txBody>
          <a:bodyPr/>
          <a:lstStyle>
            <a:lvl1pPr marL="285750" indent="-285750">
              <a:lnSpc>
                <a:spcPts val="2400"/>
              </a:lnSpc>
              <a:spcBef>
                <a:spcPts val="1200"/>
              </a:spcBef>
              <a:buFont typeface="Arial" panose="020B0604020202020204" pitchFamily="34" charset="0"/>
              <a:buChar char="•"/>
              <a:defRPr lang="en-US" sz="1800" kern="1200" dirty="0" smtClean="0">
                <a:solidFill>
                  <a:schemeClr val="bg1"/>
                </a:solidFill>
                <a:latin typeface="Nunito Sans Normal" pitchFamily="2" charset="77"/>
                <a:ea typeface="+mn-ea"/>
                <a:cs typeface="Arial" panose="020B0604020202020204" pitchFamily="34" charset="0"/>
              </a:defRPr>
            </a:lvl1pPr>
            <a:lvl2pPr>
              <a:defRPr lang="en-US" sz="1800" kern="1200" dirty="0" smtClean="0">
                <a:solidFill>
                  <a:schemeClr val="bg1"/>
                </a:solidFill>
                <a:latin typeface="Nunito Sans Normal" pitchFamily="2" charset="77"/>
                <a:ea typeface="+mn-ea"/>
                <a:cs typeface="Arial" panose="020B0604020202020204" pitchFamily="34" charset="0"/>
              </a:defRPr>
            </a:lvl2pPr>
            <a:lvl3pPr>
              <a:defRPr lang="en-US" sz="1800" kern="1200" dirty="0">
                <a:solidFill>
                  <a:schemeClr val="bg1"/>
                </a:solidFill>
                <a:latin typeface="Nunito Sans Normal" pitchFamily="2" charset="77"/>
                <a:ea typeface="+mn-ea"/>
                <a:cs typeface="Arial" panose="020B0604020202020204" pitchFamily="34" charset="0"/>
              </a:defRPr>
            </a:lvl3pPr>
            <a:lvl4pPr>
              <a:defRPr>
                <a:solidFill>
                  <a:schemeClr val="bg1"/>
                </a:solidFill>
              </a:defRPr>
            </a:lvl4pPr>
          </a:lstStyle>
          <a:p>
            <a:pPr lvl="0"/>
            <a:r>
              <a:rPr lang="en-US"/>
              <a:t>Place in your content here.</a:t>
            </a:r>
          </a:p>
          <a:p>
            <a:pPr lvl="0"/>
            <a:r>
              <a:rPr lang="en-US"/>
              <a:t>First level bullets</a:t>
            </a:r>
          </a:p>
          <a:p>
            <a:pPr lvl="1"/>
            <a:r>
              <a:rPr lang="en-US"/>
              <a:t>Second level bullets</a:t>
            </a:r>
          </a:p>
          <a:p>
            <a:pPr lvl="2"/>
            <a:r>
              <a:rPr lang="en-US"/>
              <a:t>Third level bullets</a:t>
            </a:r>
          </a:p>
        </p:txBody>
      </p:sp>
    </p:spTree>
    <p:extLst>
      <p:ext uri="{BB962C8B-B14F-4D97-AF65-F5344CB8AC3E}">
        <p14:creationId xmlns:p14="http://schemas.microsoft.com/office/powerpoint/2010/main" val="1394222315"/>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Photo_Blue">
    <p:bg>
      <p:bgPr>
        <a:solidFill>
          <a:schemeClr val="tx2"/>
        </a:solidFill>
        <a:effectLst/>
      </p:bgPr>
    </p:bg>
    <p:spTree>
      <p:nvGrpSpPr>
        <p:cNvPr id="1" name=""/>
        <p:cNvGrpSpPr/>
        <p:nvPr/>
      </p:nvGrpSpPr>
      <p:grpSpPr>
        <a:xfrm>
          <a:off x="0" y="0"/>
          <a:ext cx="0" cy="0"/>
          <a:chOff x="0" y="0"/>
          <a:chExt cx="0" cy="0"/>
        </a:xfrm>
      </p:grpSpPr>
      <p:sp>
        <p:nvSpPr>
          <p:cNvPr id="13" name="Round Same Side Corner Rectangle 12">
            <a:extLst>
              <a:ext uri="{FF2B5EF4-FFF2-40B4-BE49-F238E27FC236}">
                <a16:creationId xmlns:a16="http://schemas.microsoft.com/office/drawing/2014/main" id="{223F5765-BABD-77A5-BECF-47A636DEE127}"/>
              </a:ext>
              <a:ext uri="{C183D7F6-B498-43B3-948B-1728B52AA6E4}">
                <adec:decorative xmlns:adec="http://schemas.microsoft.com/office/drawing/2017/decorative" val="1"/>
              </a:ext>
            </a:extLst>
          </p:cNvPr>
          <p:cNvSpPr>
            <a:spLocks/>
          </p:cNvSpPr>
          <p:nvPr userDrawn="1"/>
        </p:nvSpPr>
        <p:spPr>
          <a:xfrm rot="16200000">
            <a:off x="5946649" y="-116223"/>
            <a:ext cx="5486400" cy="7004304"/>
          </a:xfrm>
          <a:prstGeom prst="round2SameRect">
            <a:avLst>
              <a:gd name="adj1" fmla="val 4233"/>
              <a:gd name="adj2" fmla="val 0"/>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800"/>
          </a:p>
        </p:txBody>
      </p:sp>
      <p:sp>
        <p:nvSpPr>
          <p:cNvPr id="11" name="Title 7">
            <a:extLst>
              <a:ext uri="{FF2B5EF4-FFF2-40B4-BE49-F238E27FC236}">
                <a16:creationId xmlns:a16="http://schemas.microsoft.com/office/drawing/2014/main" id="{94638757-880E-A096-63AD-D015D49A142E}"/>
              </a:ext>
            </a:extLst>
          </p:cNvPr>
          <p:cNvSpPr>
            <a:spLocks noGrp="1"/>
          </p:cNvSpPr>
          <p:nvPr>
            <p:ph type="title" hasCustomPrompt="1"/>
          </p:nvPr>
        </p:nvSpPr>
        <p:spPr>
          <a:xfrm>
            <a:off x="774403" y="2190309"/>
            <a:ext cx="3618921" cy="994143"/>
          </a:xfrm>
        </p:spPr>
        <p:txBody>
          <a:bodyPr/>
          <a:lstStyle>
            <a:lvl1pPr>
              <a:lnSpc>
                <a:spcPct val="100000"/>
              </a:lnSpc>
              <a:defRPr sz="2600">
                <a:solidFill>
                  <a:schemeClr val="bg1"/>
                </a:solidFill>
              </a:defRPr>
            </a:lvl1pPr>
          </a:lstStyle>
          <a:p>
            <a:r>
              <a:rPr lang="en-US" sz="2600" b="1">
                <a:solidFill>
                  <a:schemeClr val="bg1"/>
                </a:solidFill>
                <a:latin typeface="Roboto" panose="02000000000000000000" pitchFamily="2" charset="0"/>
                <a:ea typeface="Roboto" panose="02000000000000000000" pitchFamily="2" charset="0"/>
                <a:cs typeface="Poppins SemiBold" panose="00000700000000000000" pitchFamily="2" charset="0"/>
              </a:rPr>
              <a:t>Large Color Background Photo Slide</a:t>
            </a:r>
            <a:endParaRPr lang="en-US"/>
          </a:p>
        </p:txBody>
      </p:sp>
      <p:sp>
        <p:nvSpPr>
          <p:cNvPr id="10" name="Text Placeholder 9">
            <a:extLst>
              <a:ext uri="{FF2B5EF4-FFF2-40B4-BE49-F238E27FC236}">
                <a16:creationId xmlns:a16="http://schemas.microsoft.com/office/drawing/2014/main" id="{E4B9D70F-8DD4-FE74-199F-936BA92F5BFF}"/>
              </a:ext>
            </a:extLst>
          </p:cNvPr>
          <p:cNvSpPr>
            <a:spLocks noGrp="1"/>
          </p:cNvSpPr>
          <p:nvPr>
            <p:ph type="body" sz="quarter" idx="11" hasCustomPrompt="1"/>
          </p:nvPr>
        </p:nvSpPr>
        <p:spPr>
          <a:xfrm>
            <a:off x="774403" y="1817537"/>
            <a:ext cx="3618921" cy="198987"/>
          </a:xfrm>
          <a:prstGeom prst="rect">
            <a:avLst/>
          </a:prstGeom>
        </p:spPr>
        <p:txBody>
          <a:bodyPr/>
          <a:lstStyle>
            <a:lvl1pPr marL="0" indent="0">
              <a:lnSpc>
                <a:spcPct val="100000"/>
              </a:lnSpc>
              <a:buNone/>
              <a:defRPr sz="1400" b="0" i="0" cap="all" spc="200" baseline="0">
                <a:solidFill>
                  <a:srgbClr val="FCCF85"/>
                </a:solidFill>
                <a:latin typeface="Roboto Medium" panose="02000000000000000000" pitchFamily="2" charset="0"/>
                <a:ea typeface="Roboto Medium" panose="02000000000000000000" pitchFamily="2" charset="0"/>
              </a:defRPr>
            </a:lvl1pPr>
          </a:lstStyle>
          <a:p>
            <a:pPr lvl="0"/>
            <a:r>
              <a:rPr lang="en-US"/>
              <a:t>SUBHEAD GOES HERE</a:t>
            </a:r>
          </a:p>
        </p:txBody>
      </p:sp>
      <p:sp>
        <p:nvSpPr>
          <p:cNvPr id="12" name="Text Placeholder 11">
            <a:extLst>
              <a:ext uri="{FF2B5EF4-FFF2-40B4-BE49-F238E27FC236}">
                <a16:creationId xmlns:a16="http://schemas.microsoft.com/office/drawing/2014/main" id="{31A2D14E-032E-4602-FC72-0705403E7D50}"/>
              </a:ext>
            </a:extLst>
          </p:cNvPr>
          <p:cNvSpPr>
            <a:spLocks noGrp="1"/>
          </p:cNvSpPr>
          <p:nvPr>
            <p:ph type="body" sz="quarter" idx="12" hasCustomPrompt="1"/>
          </p:nvPr>
        </p:nvSpPr>
        <p:spPr>
          <a:xfrm>
            <a:off x="774403" y="3447118"/>
            <a:ext cx="3618921" cy="1902649"/>
          </a:xfrm>
          <a:prstGeom prst="rect">
            <a:avLst/>
          </a:prstGeom>
        </p:spPr>
        <p:txBody>
          <a:bodyPr/>
          <a:lstStyle>
            <a:lvl1pPr marL="0" indent="0">
              <a:lnSpc>
                <a:spcPts val="2400"/>
              </a:lnSpc>
              <a:spcBef>
                <a:spcPts val="1200"/>
              </a:spcBef>
              <a:buNone/>
              <a:defRPr sz="1800">
                <a:solidFill>
                  <a:schemeClr val="bg2"/>
                </a:solidFill>
              </a:defRPr>
            </a:lvl1pPr>
            <a:lvl2pPr>
              <a:defRPr>
                <a:solidFill>
                  <a:schemeClr val="bg2"/>
                </a:solidFill>
              </a:defRPr>
            </a:lvl2pPr>
            <a:lvl3pPr>
              <a:defRPr>
                <a:solidFill>
                  <a:schemeClr val="bg2"/>
                </a:solidFill>
              </a:defRPr>
            </a:lvl3pPr>
          </a:lstStyle>
          <a:p>
            <a:pPr lvl="0"/>
            <a:r>
              <a:rPr lang="en-US"/>
              <a:t>Place in your content here.</a:t>
            </a:r>
          </a:p>
          <a:p>
            <a:pPr lvl="0"/>
            <a:r>
              <a:rPr lang="en-US"/>
              <a:t>First level bullets</a:t>
            </a:r>
          </a:p>
          <a:p>
            <a:pPr lvl="1"/>
            <a:r>
              <a:rPr lang="en-US"/>
              <a:t>Second level bullets</a:t>
            </a:r>
          </a:p>
          <a:p>
            <a:pPr lvl="2"/>
            <a:r>
              <a:rPr lang="en-US"/>
              <a:t>Third level bullets</a:t>
            </a:r>
          </a:p>
        </p:txBody>
      </p:sp>
      <p:sp>
        <p:nvSpPr>
          <p:cNvPr id="5" name="Picture Placeholder 20">
            <a:extLst>
              <a:ext uri="{FF2B5EF4-FFF2-40B4-BE49-F238E27FC236}">
                <a16:creationId xmlns:a16="http://schemas.microsoft.com/office/drawing/2014/main" id="{950E01E0-7A07-E4AB-3775-B20EBF283BC1}"/>
              </a:ext>
            </a:extLst>
          </p:cNvPr>
          <p:cNvSpPr>
            <a:spLocks noGrp="1"/>
          </p:cNvSpPr>
          <p:nvPr>
            <p:ph type="pic" sz="quarter" idx="14"/>
          </p:nvPr>
        </p:nvSpPr>
        <p:spPr>
          <a:xfrm>
            <a:off x="5187698" y="650450"/>
            <a:ext cx="7004306" cy="5478679"/>
          </a:xfrm>
          <a:custGeom>
            <a:avLst/>
            <a:gdLst>
              <a:gd name="connsiteX0" fmla="*/ 233682 w 4938343"/>
              <a:gd name="connsiteY0" fmla="*/ 0 h 5829321"/>
              <a:gd name="connsiteX1" fmla="*/ 4938343 w 4938343"/>
              <a:gd name="connsiteY1" fmla="*/ 0 h 5829321"/>
              <a:gd name="connsiteX2" fmla="*/ 4938343 w 4938343"/>
              <a:gd name="connsiteY2" fmla="*/ 5829321 h 5829321"/>
              <a:gd name="connsiteX3" fmla="*/ 233682 w 4938343"/>
              <a:gd name="connsiteY3" fmla="*/ 5829321 h 5829321"/>
              <a:gd name="connsiteX4" fmla="*/ 0 w 4938343"/>
              <a:gd name="connsiteY4" fmla="*/ 5595639 h 5829321"/>
              <a:gd name="connsiteX5" fmla="*/ 0 w 4938343"/>
              <a:gd name="connsiteY5" fmla="*/ 233682 h 5829321"/>
              <a:gd name="connsiteX6" fmla="*/ 233682 w 4938343"/>
              <a:gd name="connsiteY6" fmla="*/ 0 h 58293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938343" h="5829321">
                <a:moveTo>
                  <a:pt x="233682" y="0"/>
                </a:moveTo>
                <a:lnTo>
                  <a:pt x="4938343" y="0"/>
                </a:lnTo>
                <a:lnTo>
                  <a:pt x="4938343" y="5829321"/>
                </a:lnTo>
                <a:lnTo>
                  <a:pt x="233682" y="5829321"/>
                </a:lnTo>
                <a:cubicBezTo>
                  <a:pt x="104623" y="5829321"/>
                  <a:pt x="0" y="5724698"/>
                  <a:pt x="0" y="5595639"/>
                </a:cubicBezTo>
                <a:lnTo>
                  <a:pt x="0" y="233682"/>
                </a:lnTo>
                <a:cubicBezTo>
                  <a:pt x="0" y="104623"/>
                  <a:pt x="104623" y="0"/>
                  <a:pt x="233682" y="0"/>
                </a:cubicBezTo>
                <a:close/>
              </a:path>
            </a:pathLst>
          </a:custGeom>
          <a:pattFill prst="pct5">
            <a:fgClr>
              <a:schemeClr val="accent1"/>
            </a:fgClr>
            <a:bgClr>
              <a:schemeClr val="bg1"/>
            </a:bgClr>
          </a:pattFill>
        </p:spPr>
        <p:txBody>
          <a:bodyPr wrap="square">
            <a:noAutofit/>
          </a:bodyPr>
          <a:lstStyle/>
          <a:p>
            <a:r>
              <a:rPr lang="en-US"/>
              <a:t>Click icon to add picture</a:t>
            </a:r>
          </a:p>
        </p:txBody>
      </p:sp>
    </p:spTree>
    <p:extLst>
      <p:ext uri="{BB962C8B-B14F-4D97-AF65-F5344CB8AC3E}">
        <p14:creationId xmlns:p14="http://schemas.microsoft.com/office/powerpoint/2010/main" val="2866259970"/>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2Photos_Right">
    <p:spTree>
      <p:nvGrpSpPr>
        <p:cNvPr id="1" name=""/>
        <p:cNvGrpSpPr/>
        <p:nvPr/>
      </p:nvGrpSpPr>
      <p:grpSpPr>
        <a:xfrm>
          <a:off x="0" y="0"/>
          <a:ext cx="0" cy="0"/>
          <a:chOff x="0" y="0"/>
          <a:chExt cx="0" cy="0"/>
        </a:xfrm>
      </p:grpSpPr>
      <p:sp>
        <p:nvSpPr>
          <p:cNvPr id="17" name="Title 7">
            <a:extLst>
              <a:ext uri="{FF2B5EF4-FFF2-40B4-BE49-F238E27FC236}">
                <a16:creationId xmlns:a16="http://schemas.microsoft.com/office/drawing/2014/main" id="{3860145F-5C17-4921-25BC-451CAC3FD8A2}"/>
              </a:ext>
            </a:extLst>
          </p:cNvPr>
          <p:cNvSpPr>
            <a:spLocks noGrp="1"/>
          </p:cNvSpPr>
          <p:nvPr>
            <p:ph type="title" hasCustomPrompt="1"/>
          </p:nvPr>
        </p:nvSpPr>
        <p:spPr>
          <a:xfrm>
            <a:off x="894522" y="1334345"/>
            <a:ext cx="3439931" cy="994143"/>
          </a:xfrm>
        </p:spPr>
        <p:txBody>
          <a:bodyPr/>
          <a:lstStyle>
            <a:lvl1pPr>
              <a:lnSpc>
                <a:spcPct val="100000"/>
              </a:lnSpc>
              <a:defRPr sz="2600">
                <a:solidFill>
                  <a:schemeClr val="accent3"/>
                </a:solidFill>
              </a:defRPr>
            </a:lvl1pPr>
          </a:lstStyle>
          <a:p>
            <a:r>
              <a:rPr lang="en-US"/>
              <a:t>Two Photos on Right Slide</a:t>
            </a:r>
          </a:p>
        </p:txBody>
      </p:sp>
      <p:sp>
        <p:nvSpPr>
          <p:cNvPr id="16" name="Text Placeholder 9">
            <a:extLst>
              <a:ext uri="{FF2B5EF4-FFF2-40B4-BE49-F238E27FC236}">
                <a16:creationId xmlns:a16="http://schemas.microsoft.com/office/drawing/2014/main" id="{044F03DB-4CC3-A2DB-CDEC-B6B55FF072F1}"/>
              </a:ext>
            </a:extLst>
          </p:cNvPr>
          <p:cNvSpPr>
            <a:spLocks noGrp="1"/>
          </p:cNvSpPr>
          <p:nvPr>
            <p:ph type="body" sz="quarter" idx="11" hasCustomPrompt="1"/>
          </p:nvPr>
        </p:nvSpPr>
        <p:spPr>
          <a:xfrm>
            <a:off x="894522" y="961573"/>
            <a:ext cx="3439931" cy="198987"/>
          </a:xfrm>
          <a:prstGeom prst="rect">
            <a:avLst/>
          </a:prstGeom>
        </p:spPr>
        <p:txBody>
          <a:bodyPr/>
          <a:lstStyle>
            <a:lvl1pPr marL="0" indent="0">
              <a:lnSpc>
                <a:spcPct val="100000"/>
              </a:lnSpc>
              <a:buNone/>
              <a:defRPr sz="1400" b="0" i="0" cap="all" spc="200" baseline="0">
                <a:solidFill>
                  <a:schemeClr val="tx2"/>
                </a:solidFill>
                <a:latin typeface="Roboto Medium" panose="02000000000000000000" pitchFamily="2" charset="0"/>
                <a:ea typeface="Roboto Medium" panose="02000000000000000000" pitchFamily="2" charset="0"/>
              </a:defRPr>
            </a:lvl1pPr>
          </a:lstStyle>
          <a:p>
            <a:pPr lvl="0"/>
            <a:r>
              <a:rPr lang="en-US"/>
              <a:t>SUBHEAD GOES HERE</a:t>
            </a:r>
          </a:p>
        </p:txBody>
      </p:sp>
      <p:sp>
        <p:nvSpPr>
          <p:cNvPr id="18" name="Text Placeholder 11">
            <a:extLst>
              <a:ext uri="{FF2B5EF4-FFF2-40B4-BE49-F238E27FC236}">
                <a16:creationId xmlns:a16="http://schemas.microsoft.com/office/drawing/2014/main" id="{14175354-1660-D71F-02B4-D1B49FFA58B1}"/>
              </a:ext>
            </a:extLst>
          </p:cNvPr>
          <p:cNvSpPr>
            <a:spLocks noGrp="1"/>
          </p:cNvSpPr>
          <p:nvPr>
            <p:ph type="body" sz="quarter" idx="15" hasCustomPrompt="1"/>
          </p:nvPr>
        </p:nvSpPr>
        <p:spPr>
          <a:xfrm>
            <a:off x="894522" y="2591154"/>
            <a:ext cx="3439931" cy="3491234"/>
          </a:xfrm>
          <a:prstGeom prst="rect">
            <a:avLst/>
          </a:prstGeom>
        </p:spPr>
        <p:txBody>
          <a:bodyPr/>
          <a:lstStyle>
            <a:lvl1pPr marL="0" indent="0">
              <a:lnSpc>
                <a:spcPts val="2400"/>
              </a:lnSpc>
              <a:spcBef>
                <a:spcPts val="1200"/>
              </a:spcBef>
              <a:buNone/>
              <a:defRPr sz="1800">
                <a:solidFill>
                  <a:srgbClr val="191919"/>
                </a:solidFill>
              </a:defRPr>
            </a:lvl1pPr>
          </a:lstStyle>
          <a:p>
            <a:pPr lvl="0"/>
            <a:r>
              <a:rPr lang="en-US"/>
              <a:t>Place in your content here. When pasting in content, please use the “Use Destination Theme” or “Keep Text Only” options to ensure the text matches this template’s styles.</a:t>
            </a:r>
          </a:p>
        </p:txBody>
      </p:sp>
      <p:sp>
        <p:nvSpPr>
          <p:cNvPr id="5" name="Picture Placeholder 9">
            <a:extLst>
              <a:ext uri="{FF2B5EF4-FFF2-40B4-BE49-F238E27FC236}">
                <a16:creationId xmlns:a16="http://schemas.microsoft.com/office/drawing/2014/main" id="{40FC37D8-A053-4A64-1486-2B23DA0E901C}"/>
              </a:ext>
            </a:extLst>
          </p:cNvPr>
          <p:cNvSpPr>
            <a:spLocks noGrp="1"/>
          </p:cNvSpPr>
          <p:nvPr>
            <p:ph type="pic" sz="quarter" idx="13"/>
          </p:nvPr>
        </p:nvSpPr>
        <p:spPr>
          <a:xfrm>
            <a:off x="5211766" y="961572"/>
            <a:ext cx="2965449" cy="5120816"/>
          </a:xfrm>
          <a:prstGeom prst="roundRect">
            <a:avLst>
              <a:gd name="adj" fmla="val 5903"/>
            </a:avLst>
          </a:prstGeom>
          <a:pattFill prst="pct5">
            <a:fgClr>
              <a:schemeClr val="bg1">
                <a:lumMod val="65000"/>
              </a:schemeClr>
            </a:fgClr>
            <a:bgClr>
              <a:schemeClr val="bg1"/>
            </a:bgClr>
          </a:pattFill>
        </p:spPr>
        <p:txBody>
          <a:bodyPr wrap="square">
            <a:noAutofit/>
          </a:bodyPr>
          <a:lstStyle/>
          <a:p>
            <a:r>
              <a:rPr lang="en-US"/>
              <a:t>Click icon to add picture</a:t>
            </a:r>
          </a:p>
        </p:txBody>
      </p:sp>
      <p:sp>
        <p:nvSpPr>
          <p:cNvPr id="6" name="Picture Placeholder 12">
            <a:extLst>
              <a:ext uri="{FF2B5EF4-FFF2-40B4-BE49-F238E27FC236}">
                <a16:creationId xmlns:a16="http://schemas.microsoft.com/office/drawing/2014/main" id="{AA6F99CD-D6F3-6859-B254-0EBF06762492}"/>
              </a:ext>
            </a:extLst>
          </p:cNvPr>
          <p:cNvSpPr>
            <a:spLocks noGrp="1"/>
          </p:cNvSpPr>
          <p:nvPr>
            <p:ph type="pic" sz="quarter" idx="14"/>
          </p:nvPr>
        </p:nvSpPr>
        <p:spPr>
          <a:xfrm>
            <a:off x="8408989" y="961572"/>
            <a:ext cx="2965449" cy="5120816"/>
          </a:xfrm>
          <a:prstGeom prst="roundRect">
            <a:avLst>
              <a:gd name="adj" fmla="val 5958"/>
            </a:avLst>
          </a:prstGeom>
          <a:pattFill prst="pct5">
            <a:fgClr>
              <a:schemeClr val="bg1">
                <a:lumMod val="65000"/>
              </a:schemeClr>
            </a:fgClr>
            <a:bgClr>
              <a:schemeClr val="bg1"/>
            </a:bgClr>
          </a:pattFill>
        </p:spPr>
        <p:txBody>
          <a:bodyPr wrap="square">
            <a:noAutofit/>
          </a:bodyPr>
          <a:lstStyle/>
          <a:p>
            <a:r>
              <a:rPr lang="en-US"/>
              <a:t>Click icon to add picture</a:t>
            </a:r>
          </a:p>
        </p:txBody>
      </p:sp>
    </p:spTree>
    <p:extLst>
      <p:ext uri="{BB962C8B-B14F-4D97-AF65-F5344CB8AC3E}">
        <p14:creationId xmlns:p14="http://schemas.microsoft.com/office/powerpoint/2010/main" val="333023396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2Photos_Caption">
    <p:spTree>
      <p:nvGrpSpPr>
        <p:cNvPr id="1" name=""/>
        <p:cNvGrpSpPr/>
        <p:nvPr/>
      </p:nvGrpSpPr>
      <p:grpSpPr>
        <a:xfrm>
          <a:off x="0" y="0"/>
          <a:ext cx="0" cy="0"/>
          <a:chOff x="0" y="0"/>
          <a:chExt cx="0" cy="0"/>
        </a:xfrm>
      </p:grpSpPr>
      <p:sp>
        <p:nvSpPr>
          <p:cNvPr id="4" name="Rectangle: Top Corners Rounded 28">
            <a:extLst>
              <a:ext uri="{FF2B5EF4-FFF2-40B4-BE49-F238E27FC236}">
                <a16:creationId xmlns:a16="http://schemas.microsoft.com/office/drawing/2014/main" id="{FEAB47AD-DAED-D64E-8BE8-900B60FEB002}"/>
              </a:ext>
              <a:ext uri="{C183D7F6-B498-43B3-948B-1728B52AA6E4}">
                <adec:decorative xmlns:adec="http://schemas.microsoft.com/office/drawing/2017/decorative" val="1"/>
              </a:ext>
            </a:extLst>
          </p:cNvPr>
          <p:cNvSpPr/>
          <p:nvPr userDrawn="1"/>
        </p:nvSpPr>
        <p:spPr>
          <a:xfrm rot="16200000">
            <a:off x="5334559" y="557"/>
            <a:ext cx="6858003" cy="6856878"/>
          </a:xfrm>
          <a:prstGeom prst="round2SameRect">
            <a:avLst>
              <a:gd name="adj1" fmla="val 0"/>
              <a:gd name="adj2" fmla="val 0"/>
            </a:avLst>
          </a:prstGeom>
          <a:solidFill>
            <a:schemeClr val="accent3"/>
          </a:solidFill>
          <a:ln>
            <a:noFill/>
          </a:ln>
        </p:spPr>
        <p:style>
          <a:lnRef idx="0">
            <a:scrgbClr r="0" g="0" b="0"/>
          </a:lnRef>
          <a:fillRef idx="0">
            <a:scrgbClr r="0" g="0" b="0"/>
          </a:fillRef>
          <a:effectRef idx="0">
            <a:scrgbClr r="0" g="0" b="0"/>
          </a:effectRef>
          <a:fontRef idx="minor">
            <a:schemeClr val="lt1"/>
          </a:fontRef>
        </p:style>
        <p:txBody>
          <a:bodyPr wrap="square" rtlCol="0" anchor="ctr">
            <a:noAutofit/>
          </a:bodyPr>
          <a:lstStyle/>
          <a:p>
            <a:pPr algn="ctr"/>
            <a:endParaRPr lang="en-US" sz="1800"/>
          </a:p>
        </p:txBody>
      </p:sp>
      <p:sp>
        <p:nvSpPr>
          <p:cNvPr id="18" name="Title 7">
            <a:extLst>
              <a:ext uri="{FF2B5EF4-FFF2-40B4-BE49-F238E27FC236}">
                <a16:creationId xmlns:a16="http://schemas.microsoft.com/office/drawing/2014/main" id="{7BFB01D5-A81B-14C4-1998-89B066C75F42}"/>
              </a:ext>
            </a:extLst>
          </p:cNvPr>
          <p:cNvSpPr>
            <a:spLocks noGrp="1"/>
          </p:cNvSpPr>
          <p:nvPr>
            <p:ph type="title" hasCustomPrompt="1"/>
          </p:nvPr>
        </p:nvSpPr>
        <p:spPr>
          <a:xfrm>
            <a:off x="774404" y="2399054"/>
            <a:ext cx="3439931" cy="994143"/>
          </a:xfrm>
        </p:spPr>
        <p:txBody>
          <a:bodyPr/>
          <a:lstStyle>
            <a:lvl1pPr>
              <a:lnSpc>
                <a:spcPct val="100000"/>
              </a:lnSpc>
              <a:defRPr sz="2600">
                <a:solidFill>
                  <a:schemeClr val="tx1"/>
                </a:solidFill>
              </a:defRPr>
            </a:lvl1pPr>
          </a:lstStyle>
          <a:p>
            <a:r>
              <a:rPr lang="en-US"/>
              <a:t>Two Captioned Photos on Right Slide</a:t>
            </a:r>
          </a:p>
        </p:txBody>
      </p:sp>
      <p:sp>
        <p:nvSpPr>
          <p:cNvPr id="17" name="Text Placeholder 9">
            <a:extLst>
              <a:ext uri="{FF2B5EF4-FFF2-40B4-BE49-F238E27FC236}">
                <a16:creationId xmlns:a16="http://schemas.microsoft.com/office/drawing/2014/main" id="{EE90CEF6-66AC-79B8-C754-A3F766664A43}"/>
              </a:ext>
            </a:extLst>
          </p:cNvPr>
          <p:cNvSpPr>
            <a:spLocks noGrp="1"/>
          </p:cNvSpPr>
          <p:nvPr>
            <p:ph type="body" sz="quarter" idx="11" hasCustomPrompt="1"/>
          </p:nvPr>
        </p:nvSpPr>
        <p:spPr>
          <a:xfrm>
            <a:off x="774404" y="2026282"/>
            <a:ext cx="3439931" cy="198987"/>
          </a:xfrm>
          <a:prstGeom prst="rect">
            <a:avLst/>
          </a:prstGeom>
        </p:spPr>
        <p:txBody>
          <a:bodyPr/>
          <a:lstStyle>
            <a:lvl1pPr marL="0" indent="0">
              <a:lnSpc>
                <a:spcPct val="100000"/>
              </a:lnSpc>
              <a:buNone/>
              <a:defRPr sz="1400" b="0" i="0" cap="all" spc="200" baseline="0">
                <a:solidFill>
                  <a:schemeClr val="tx2"/>
                </a:solidFill>
                <a:latin typeface="Roboto Medium" panose="02000000000000000000" pitchFamily="2" charset="0"/>
                <a:ea typeface="Roboto Medium" panose="02000000000000000000" pitchFamily="2" charset="0"/>
              </a:defRPr>
            </a:lvl1pPr>
          </a:lstStyle>
          <a:p>
            <a:pPr lvl="0"/>
            <a:r>
              <a:rPr lang="en-US"/>
              <a:t>SUBHEAD GOES HERE</a:t>
            </a:r>
          </a:p>
        </p:txBody>
      </p:sp>
      <p:sp>
        <p:nvSpPr>
          <p:cNvPr id="19" name="Text Placeholder 11">
            <a:extLst>
              <a:ext uri="{FF2B5EF4-FFF2-40B4-BE49-F238E27FC236}">
                <a16:creationId xmlns:a16="http://schemas.microsoft.com/office/drawing/2014/main" id="{68D3F23B-9AE1-1FFE-4504-6CF4F36637E4}"/>
              </a:ext>
            </a:extLst>
          </p:cNvPr>
          <p:cNvSpPr>
            <a:spLocks noGrp="1"/>
          </p:cNvSpPr>
          <p:nvPr>
            <p:ph type="body" sz="quarter" idx="14" hasCustomPrompt="1"/>
          </p:nvPr>
        </p:nvSpPr>
        <p:spPr>
          <a:xfrm>
            <a:off x="774404" y="3655862"/>
            <a:ext cx="3439931" cy="2552913"/>
          </a:xfrm>
          <a:prstGeom prst="rect">
            <a:avLst/>
          </a:prstGeom>
        </p:spPr>
        <p:txBody>
          <a:bodyPr/>
          <a:lstStyle>
            <a:lvl1pPr marL="0" indent="0">
              <a:lnSpc>
                <a:spcPts val="2400"/>
              </a:lnSpc>
              <a:spcBef>
                <a:spcPts val="1200"/>
              </a:spcBef>
              <a:buNone/>
              <a:defRPr sz="1800">
                <a:solidFill>
                  <a:srgbClr val="191919"/>
                </a:solidFill>
              </a:defRPr>
            </a:lvl1pPr>
          </a:lstStyle>
          <a:p>
            <a:pPr lvl="0"/>
            <a:r>
              <a:rPr lang="en-US"/>
              <a:t>Place in your content here. When pasting in content, please use the “Use Destination Theme” or “Keep Text Only” options to ensure the text matches this template’s styles.</a:t>
            </a:r>
          </a:p>
        </p:txBody>
      </p:sp>
      <p:sp>
        <p:nvSpPr>
          <p:cNvPr id="34" name="Picture Placeholder 33" descr="Image Placeholder.">
            <a:extLst>
              <a:ext uri="{FF2B5EF4-FFF2-40B4-BE49-F238E27FC236}">
                <a16:creationId xmlns:a16="http://schemas.microsoft.com/office/drawing/2014/main" id="{EAF5933E-2D46-554F-0C89-A6E836B3A5A7}"/>
              </a:ext>
            </a:extLst>
          </p:cNvPr>
          <p:cNvSpPr>
            <a:spLocks noGrp="1"/>
          </p:cNvSpPr>
          <p:nvPr>
            <p:ph type="pic" sz="quarter" idx="12"/>
          </p:nvPr>
        </p:nvSpPr>
        <p:spPr>
          <a:xfrm>
            <a:off x="6241870" y="1106094"/>
            <a:ext cx="2248971" cy="2909037"/>
          </a:xfrm>
          <a:custGeom>
            <a:avLst/>
            <a:gdLst>
              <a:gd name="connsiteX0" fmla="*/ 108625 w 2248970"/>
              <a:gd name="connsiteY0" fmla="*/ 0 h 2909037"/>
              <a:gd name="connsiteX1" fmla="*/ 2140345 w 2248970"/>
              <a:gd name="connsiteY1" fmla="*/ 0 h 2909037"/>
              <a:gd name="connsiteX2" fmla="*/ 2248970 w 2248970"/>
              <a:gd name="connsiteY2" fmla="*/ 108625 h 2909037"/>
              <a:gd name="connsiteX3" fmla="*/ 2248970 w 2248970"/>
              <a:gd name="connsiteY3" fmla="*/ 2800412 h 2909037"/>
              <a:gd name="connsiteX4" fmla="*/ 2140345 w 2248970"/>
              <a:gd name="connsiteY4" fmla="*/ 2909037 h 2909037"/>
              <a:gd name="connsiteX5" fmla="*/ 108625 w 2248970"/>
              <a:gd name="connsiteY5" fmla="*/ 2909037 h 2909037"/>
              <a:gd name="connsiteX6" fmla="*/ 0 w 2248970"/>
              <a:gd name="connsiteY6" fmla="*/ 2800412 h 2909037"/>
              <a:gd name="connsiteX7" fmla="*/ 0 w 2248970"/>
              <a:gd name="connsiteY7" fmla="*/ 108625 h 2909037"/>
              <a:gd name="connsiteX8" fmla="*/ 108625 w 2248970"/>
              <a:gd name="connsiteY8" fmla="*/ 0 h 29090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248970" h="2909037">
                <a:moveTo>
                  <a:pt x="108625" y="0"/>
                </a:moveTo>
                <a:lnTo>
                  <a:pt x="2140345" y="0"/>
                </a:lnTo>
                <a:cubicBezTo>
                  <a:pt x="2200337" y="0"/>
                  <a:pt x="2248970" y="48633"/>
                  <a:pt x="2248970" y="108625"/>
                </a:cubicBezTo>
                <a:lnTo>
                  <a:pt x="2248970" y="2800412"/>
                </a:lnTo>
                <a:cubicBezTo>
                  <a:pt x="2248970" y="2860404"/>
                  <a:pt x="2200337" y="2909037"/>
                  <a:pt x="2140345" y="2909037"/>
                </a:cubicBezTo>
                <a:lnTo>
                  <a:pt x="108625" y="2909037"/>
                </a:lnTo>
                <a:cubicBezTo>
                  <a:pt x="48633" y="2909037"/>
                  <a:pt x="0" y="2860404"/>
                  <a:pt x="0" y="2800412"/>
                </a:cubicBezTo>
                <a:lnTo>
                  <a:pt x="0" y="108625"/>
                </a:lnTo>
                <a:cubicBezTo>
                  <a:pt x="0" y="48633"/>
                  <a:pt x="48633" y="0"/>
                  <a:pt x="108625" y="0"/>
                </a:cubicBezTo>
                <a:close/>
              </a:path>
            </a:pathLst>
          </a:custGeom>
          <a:pattFill prst="pct5">
            <a:fgClr>
              <a:schemeClr val="accent1"/>
            </a:fgClr>
            <a:bgClr>
              <a:schemeClr val="bg1"/>
            </a:bgClr>
          </a:pattFill>
        </p:spPr>
        <p:txBody>
          <a:bodyPr wrap="square">
            <a:noAutofit/>
          </a:bodyPr>
          <a:lstStyle/>
          <a:p>
            <a:endParaRPr lang="en-US"/>
          </a:p>
        </p:txBody>
      </p:sp>
      <p:sp>
        <p:nvSpPr>
          <p:cNvPr id="22" name="Text Placeholder 9">
            <a:extLst>
              <a:ext uri="{FF2B5EF4-FFF2-40B4-BE49-F238E27FC236}">
                <a16:creationId xmlns:a16="http://schemas.microsoft.com/office/drawing/2014/main" id="{31195609-F159-6F02-E5A9-15C6AE14F451}"/>
              </a:ext>
            </a:extLst>
          </p:cNvPr>
          <p:cNvSpPr>
            <a:spLocks noGrp="1"/>
          </p:cNvSpPr>
          <p:nvPr>
            <p:ph type="body" sz="quarter" idx="15" hasCustomPrompt="1"/>
          </p:nvPr>
        </p:nvSpPr>
        <p:spPr>
          <a:xfrm>
            <a:off x="6360406" y="4416995"/>
            <a:ext cx="2022434" cy="198987"/>
          </a:xfrm>
          <a:prstGeom prst="rect">
            <a:avLst/>
          </a:prstGeom>
        </p:spPr>
        <p:txBody>
          <a:bodyPr/>
          <a:lstStyle>
            <a:lvl1pPr marL="0" indent="0">
              <a:lnSpc>
                <a:spcPct val="100000"/>
              </a:lnSpc>
              <a:buNone/>
              <a:defRPr sz="1200" b="0" i="0" cap="all" spc="200" baseline="0">
                <a:solidFill>
                  <a:schemeClr val="accent6"/>
                </a:solidFill>
                <a:latin typeface="Roboto Medium" panose="02000000000000000000" pitchFamily="2" charset="0"/>
                <a:ea typeface="Roboto Medium" panose="02000000000000000000" pitchFamily="2" charset="0"/>
              </a:defRPr>
            </a:lvl1pPr>
          </a:lstStyle>
          <a:p>
            <a:pPr lvl="0"/>
            <a:r>
              <a:rPr lang="en-US"/>
              <a:t>Image Caption</a:t>
            </a:r>
          </a:p>
        </p:txBody>
      </p:sp>
      <p:sp>
        <p:nvSpPr>
          <p:cNvPr id="23" name="Text Placeholder 11">
            <a:extLst>
              <a:ext uri="{FF2B5EF4-FFF2-40B4-BE49-F238E27FC236}">
                <a16:creationId xmlns:a16="http://schemas.microsoft.com/office/drawing/2014/main" id="{D5AB197C-0250-FAE6-E33A-1975AAB2A3AC}"/>
              </a:ext>
            </a:extLst>
          </p:cNvPr>
          <p:cNvSpPr>
            <a:spLocks noGrp="1"/>
          </p:cNvSpPr>
          <p:nvPr>
            <p:ph type="body" sz="quarter" idx="16" hasCustomPrompt="1"/>
          </p:nvPr>
        </p:nvSpPr>
        <p:spPr>
          <a:xfrm>
            <a:off x="6360406" y="4697671"/>
            <a:ext cx="2022434" cy="1360488"/>
          </a:xfrm>
          <a:prstGeom prst="rect">
            <a:avLst/>
          </a:prstGeom>
        </p:spPr>
        <p:txBody>
          <a:bodyPr/>
          <a:lstStyle>
            <a:lvl1pPr marL="0" indent="0">
              <a:lnSpc>
                <a:spcPts val="2000"/>
              </a:lnSpc>
              <a:buNone/>
              <a:defRPr sz="1200" b="1">
                <a:solidFill>
                  <a:schemeClr val="bg1"/>
                </a:solidFill>
              </a:defRPr>
            </a:lvl1pPr>
          </a:lstStyle>
          <a:p>
            <a:r>
              <a:rPr lang="en-US">
                <a:ea typeface="Roboto" panose="02000000000000000000" pitchFamily="2" charset="0"/>
                <a:cs typeface="Open Sans Light" panose="020B0606030504020204" pitchFamily="34" charset="0"/>
              </a:rPr>
              <a:t>To replace an image, right click on the image, select “Change Picture”, then choose from a file on your device, or “From Clipboard” to paste in a copied image.</a:t>
            </a:r>
            <a:endParaRPr lang="en-US" b="1">
              <a:ea typeface="Roboto" panose="02000000000000000000" pitchFamily="2" charset="0"/>
              <a:cs typeface="Poppins SemiBold" panose="00000700000000000000" pitchFamily="2" charset="0"/>
            </a:endParaRPr>
          </a:p>
        </p:txBody>
      </p:sp>
      <p:sp>
        <p:nvSpPr>
          <p:cNvPr id="36" name="Picture Placeholder 35" descr="Image Placeholder.">
            <a:extLst>
              <a:ext uri="{FF2B5EF4-FFF2-40B4-BE49-F238E27FC236}">
                <a16:creationId xmlns:a16="http://schemas.microsoft.com/office/drawing/2014/main" id="{01421E0B-AB14-7E9D-A4A3-B6D488BD6273}"/>
              </a:ext>
            </a:extLst>
          </p:cNvPr>
          <p:cNvSpPr>
            <a:spLocks noGrp="1"/>
          </p:cNvSpPr>
          <p:nvPr>
            <p:ph type="pic" sz="quarter" idx="13"/>
          </p:nvPr>
        </p:nvSpPr>
        <p:spPr>
          <a:xfrm>
            <a:off x="9112391" y="1106094"/>
            <a:ext cx="2248971" cy="2909037"/>
          </a:xfrm>
          <a:custGeom>
            <a:avLst/>
            <a:gdLst>
              <a:gd name="connsiteX0" fmla="*/ 108625 w 2248970"/>
              <a:gd name="connsiteY0" fmla="*/ 0 h 2909037"/>
              <a:gd name="connsiteX1" fmla="*/ 2140345 w 2248970"/>
              <a:gd name="connsiteY1" fmla="*/ 0 h 2909037"/>
              <a:gd name="connsiteX2" fmla="*/ 2248970 w 2248970"/>
              <a:gd name="connsiteY2" fmla="*/ 108625 h 2909037"/>
              <a:gd name="connsiteX3" fmla="*/ 2248970 w 2248970"/>
              <a:gd name="connsiteY3" fmla="*/ 2800412 h 2909037"/>
              <a:gd name="connsiteX4" fmla="*/ 2140345 w 2248970"/>
              <a:gd name="connsiteY4" fmla="*/ 2909037 h 2909037"/>
              <a:gd name="connsiteX5" fmla="*/ 108625 w 2248970"/>
              <a:gd name="connsiteY5" fmla="*/ 2909037 h 2909037"/>
              <a:gd name="connsiteX6" fmla="*/ 0 w 2248970"/>
              <a:gd name="connsiteY6" fmla="*/ 2800412 h 2909037"/>
              <a:gd name="connsiteX7" fmla="*/ 0 w 2248970"/>
              <a:gd name="connsiteY7" fmla="*/ 108625 h 2909037"/>
              <a:gd name="connsiteX8" fmla="*/ 108625 w 2248970"/>
              <a:gd name="connsiteY8" fmla="*/ 0 h 29090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248970" h="2909037">
                <a:moveTo>
                  <a:pt x="108625" y="0"/>
                </a:moveTo>
                <a:lnTo>
                  <a:pt x="2140345" y="0"/>
                </a:lnTo>
                <a:cubicBezTo>
                  <a:pt x="2200337" y="0"/>
                  <a:pt x="2248970" y="48633"/>
                  <a:pt x="2248970" y="108625"/>
                </a:cubicBezTo>
                <a:lnTo>
                  <a:pt x="2248970" y="2800412"/>
                </a:lnTo>
                <a:cubicBezTo>
                  <a:pt x="2248970" y="2860404"/>
                  <a:pt x="2200337" y="2909037"/>
                  <a:pt x="2140345" y="2909037"/>
                </a:cubicBezTo>
                <a:lnTo>
                  <a:pt x="108625" y="2909037"/>
                </a:lnTo>
                <a:cubicBezTo>
                  <a:pt x="48633" y="2909037"/>
                  <a:pt x="0" y="2860404"/>
                  <a:pt x="0" y="2800412"/>
                </a:cubicBezTo>
                <a:lnTo>
                  <a:pt x="0" y="108625"/>
                </a:lnTo>
                <a:cubicBezTo>
                  <a:pt x="0" y="48633"/>
                  <a:pt x="48633" y="0"/>
                  <a:pt x="108625" y="0"/>
                </a:cubicBezTo>
                <a:close/>
              </a:path>
            </a:pathLst>
          </a:custGeom>
          <a:pattFill prst="pct5">
            <a:fgClr>
              <a:schemeClr val="accent1"/>
            </a:fgClr>
            <a:bgClr>
              <a:schemeClr val="bg1"/>
            </a:bgClr>
          </a:pattFill>
        </p:spPr>
        <p:txBody>
          <a:bodyPr wrap="square">
            <a:noAutofit/>
          </a:bodyPr>
          <a:lstStyle/>
          <a:p>
            <a:endParaRPr lang="en-US"/>
          </a:p>
        </p:txBody>
      </p:sp>
      <p:sp>
        <p:nvSpPr>
          <p:cNvPr id="26" name="Text Placeholder 9">
            <a:extLst>
              <a:ext uri="{FF2B5EF4-FFF2-40B4-BE49-F238E27FC236}">
                <a16:creationId xmlns:a16="http://schemas.microsoft.com/office/drawing/2014/main" id="{F20D5781-0C27-71D1-0128-624F17C52EF2}"/>
              </a:ext>
            </a:extLst>
          </p:cNvPr>
          <p:cNvSpPr>
            <a:spLocks noGrp="1"/>
          </p:cNvSpPr>
          <p:nvPr>
            <p:ph type="body" sz="quarter" idx="17" hasCustomPrompt="1"/>
          </p:nvPr>
        </p:nvSpPr>
        <p:spPr>
          <a:xfrm>
            <a:off x="9231197" y="4416995"/>
            <a:ext cx="2022434" cy="198987"/>
          </a:xfrm>
          <a:prstGeom prst="rect">
            <a:avLst/>
          </a:prstGeom>
        </p:spPr>
        <p:txBody>
          <a:bodyPr/>
          <a:lstStyle>
            <a:lvl1pPr marL="0" indent="0">
              <a:lnSpc>
                <a:spcPct val="100000"/>
              </a:lnSpc>
              <a:buNone/>
              <a:defRPr sz="1200" b="0" i="0" cap="all" spc="200" baseline="0">
                <a:solidFill>
                  <a:schemeClr val="accent6"/>
                </a:solidFill>
                <a:latin typeface="Roboto Medium" panose="02000000000000000000" pitchFamily="2" charset="0"/>
                <a:ea typeface="Roboto Medium" panose="02000000000000000000" pitchFamily="2" charset="0"/>
              </a:defRPr>
            </a:lvl1pPr>
          </a:lstStyle>
          <a:p>
            <a:pPr lvl="0"/>
            <a:r>
              <a:rPr lang="en-US"/>
              <a:t>Image Caption</a:t>
            </a:r>
          </a:p>
        </p:txBody>
      </p:sp>
      <p:sp>
        <p:nvSpPr>
          <p:cNvPr id="27" name="Text Placeholder 11">
            <a:extLst>
              <a:ext uri="{FF2B5EF4-FFF2-40B4-BE49-F238E27FC236}">
                <a16:creationId xmlns:a16="http://schemas.microsoft.com/office/drawing/2014/main" id="{88A40D10-BCFD-8ECA-A55D-C44BE3ECE6A3}"/>
              </a:ext>
            </a:extLst>
          </p:cNvPr>
          <p:cNvSpPr>
            <a:spLocks noGrp="1"/>
          </p:cNvSpPr>
          <p:nvPr>
            <p:ph type="body" sz="quarter" idx="18" hasCustomPrompt="1"/>
          </p:nvPr>
        </p:nvSpPr>
        <p:spPr>
          <a:xfrm>
            <a:off x="9231197" y="4697671"/>
            <a:ext cx="2022434" cy="1360488"/>
          </a:xfrm>
          <a:prstGeom prst="rect">
            <a:avLst/>
          </a:prstGeom>
        </p:spPr>
        <p:txBody>
          <a:bodyPr/>
          <a:lstStyle>
            <a:lvl1pPr marL="0" indent="0">
              <a:lnSpc>
                <a:spcPts val="2000"/>
              </a:lnSpc>
              <a:buNone/>
              <a:defRPr sz="1200" b="1">
                <a:solidFill>
                  <a:schemeClr val="bg1"/>
                </a:solidFill>
              </a:defRPr>
            </a:lvl1pPr>
          </a:lstStyle>
          <a:p>
            <a:r>
              <a:rPr lang="en-US">
                <a:ea typeface="Roboto" panose="02000000000000000000" pitchFamily="2" charset="0"/>
                <a:cs typeface="Open Sans Light" panose="020B0606030504020204" pitchFamily="34" charset="0"/>
              </a:rPr>
              <a:t>To replace an image, right click on the image, select “Change Picture”, then choose from a file on your device, or “From Clipboard” to paste in a copied image.</a:t>
            </a:r>
            <a:endParaRPr lang="en-US" b="1">
              <a:ea typeface="Roboto" panose="02000000000000000000" pitchFamily="2" charset="0"/>
              <a:cs typeface="Poppins SemiBold" panose="00000700000000000000" pitchFamily="2" charset="0"/>
            </a:endParaRPr>
          </a:p>
        </p:txBody>
      </p:sp>
    </p:spTree>
    <p:extLst>
      <p:ext uri="{BB962C8B-B14F-4D97-AF65-F5344CB8AC3E}">
        <p14:creationId xmlns:p14="http://schemas.microsoft.com/office/powerpoint/2010/main" val="3071464399"/>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2Photo_Left">
    <p:spTree>
      <p:nvGrpSpPr>
        <p:cNvPr id="1" name=""/>
        <p:cNvGrpSpPr/>
        <p:nvPr/>
      </p:nvGrpSpPr>
      <p:grpSpPr>
        <a:xfrm>
          <a:off x="0" y="0"/>
          <a:ext cx="0" cy="0"/>
          <a:chOff x="0" y="0"/>
          <a:chExt cx="0" cy="0"/>
        </a:xfrm>
      </p:grpSpPr>
      <p:sp>
        <p:nvSpPr>
          <p:cNvPr id="4" name="Title 17">
            <a:extLst>
              <a:ext uri="{FF2B5EF4-FFF2-40B4-BE49-F238E27FC236}">
                <a16:creationId xmlns:a16="http://schemas.microsoft.com/office/drawing/2014/main" id="{C504D4E3-2709-06FD-AC46-B1CC6E3DFA33}"/>
              </a:ext>
            </a:extLst>
          </p:cNvPr>
          <p:cNvSpPr>
            <a:spLocks noGrp="1"/>
          </p:cNvSpPr>
          <p:nvPr>
            <p:ph type="title" hasCustomPrompt="1"/>
          </p:nvPr>
        </p:nvSpPr>
        <p:spPr>
          <a:xfrm>
            <a:off x="6825473" y="1040398"/>
            <a:ext cx="4471419" cy="418013"/>
          </a:xfrm>
        </p:spPr>
        <p:txBody>
          <a:bodyPr/>
          <a:lstStyle>
            <a:lvl1pPr marL="0" algn="l" defTabSz="914400" rtl="0" eaLnBrk="1" latinLnBrk="0" hangingPunct="1">
              <a:defRPr lang="en-US" sz="2600" b="1" kern="1200" dirty="0">
                <a:solidFill>
                  <a:schemeClr val="tx1"/>
                </a:solidFill>
                <a:latin typeface="Roboto" panose="02000000000000000000" pitchFamily="2" charset="0"/>
                <a:ea typeface="Roboto" panose="02000000000000000000" pitchFamily="2" charset="0"/>
                <a:cs typeface="Poppins SemiBold" panose="00000700000000000000" pitchFamily="2" charset="0"/>
              </a:defRPr>
            </a:lvl1pPr>
          </a:lstStyle>
          <a:p>
            <a:r>
              <a:rPr lang="en-US"/>
              <a:t>Two Photos on Left Slide</a:t>
            </a:r>
          </a:p>
        </p:txBody>
      </p:sp>
      <p:sp>
        <p:nvSpPr>
          <p:cNvPr id="8" name="Text Placeholder 7">
            <a:extLst>
              <a:ext uri="{FF2B5EF4-FFF2-40B4-BE49-F238E27FC236}">
                <a16:creationId xmlns:a16="http://schemas.microsoft.com/office/drawing/2014/main" id="{3C2775EE-EB0D-EB94-EEEA-DBBF396EDDD6}"/>
              </a:ext>
            </a:extLst>
          </p:cNvPr>
          <p:cNvSpPr>
            <a:spLocks noGrp="1"/>
          </p:cNvSpPr>
          <p:nvPr>
            <p:ph type="body" sz="quarter" idx="12" hasCustomPrompt="1"/>
          </p:nvPr>
        </p:nvSpPr>
        <p:spPr>
          <a:xfrm>
            <a:off x="6825006" y="1663700"/>
            <a:ext cx="4471644" cy="4689475"/>
          </a:xfrm>
        </p:spPr>
        <p:txBody>
          <a:bodyPr/>
          <a:lstStyle/>
          <a:p>
            <a:pPr lvl="0"/>
            <a:r>
              <a:rPr lang="en-US"/>
              <a:t>Place in your content here. When pasting in content, please use the “Use Destination Theme” or “Keep Text Only” options to ensure the text matches this template’s styles. </a:t>
            </a:r>
          </a:p>
          <a:p>
            <a:pPr lvl="0"/>
            <a:r>
              <a:rPr lang="en-US"/>
              <a:t>To replace an image, right click on the image, select “Change Picture”, then choose from a file on your device, or “From Clipboard” to paste in a copied image.</a:t>
            </a:r>
          </a:p>
          <a:p>
            <a:pPr lvl="0"/>
            <a:r>
              <a:rPr lang="en-US"/>
              <a:t>First level bullets</a:t>
            </a:r>
          </a:p>
          <a:p>
            <a:pPr lvl="1"/>
            <a:r>
              <a:rPr lang="en-US"/>
              <a:t>Second level bullets</a:t>
            </a:r>
          </a:p>
          <a:p>
            <a:pPr lvl="2"/>
            <a:r>
              <a:rPr lang="en-US"/>
              <a:t>Third level bullets</a:t>
            </a:r>
          </a:p>
          <a:p>
            <a:pPr lvl="3"/>
            <a:r>
              <a:rPr lang="en-US"/>
              <a:t>Fourth level bullets</a:t>
            </a:r>
          </a:p>
        </p:txBody>
      </p:sp>
      <p:sp>
        <p:nvSpPr>
          <p:cNvPr id="7" name="Picture Placeholder 6">
            <a:extLst>
              <a:ext uri="{FF2B5EF4-FFF2-40B4-BE49-F238E27FC236}">
                <a16:creationId xmlns:a16="http://schemas.microsoft.com/office/drawing/2014/main" id="{D63F6F8C-286A-4911-83E6-37EB5FF9C0E8}"/>
              </a:ext>
            </a:extLst>
          </p:cNvPr>
          <p:cNvSpPr>
            <a:spLocks noGrp="1"/>
          </p:cNvSpPr>
          <p:nvPr>
            <p:ph type="pic" sz="quarter" idx="10"/>
          </p:nvPr>
        </p:nvSpPr>
        <p:spPr>
          <a:xfrm>
            <a:off x="0" y="0"/>
            <a:ext cx="3658699" cy="6858000"/>
          </a:xfrm>
          <a:custGeom>
            <a:avLst/>
            <a:gdLst>
              <a:gd name="connsiteX0" fmla="*/ 0 w 4381500"/>
              <a:gd name="connsiteY0" fmla="*/ 0 h 2619375"/>
              <a:gd name="connsiteX1" fmla="*/ 4381500 w 4381500"/>
              <a:gd name="connsiteY1" fmla="*/ 0 h 2619375"/>
              <a:gd name="connsiteX2" fmla="*/ 4381500 w 4381500"/>
              <a:gd name="connsiteY2" fmla="*/ 2619375 h 2619375"/>
              <a:gd name="connsiteX3" fmla="*/ 0 w 4381500"/>
              <a:gd name="connsiteY3" fmla="*/ 2619375 h 2619375"/>
            </a:gdLst>
            <a:ahLst/>
            <a:cxnLst>
              <a:cxn ang="0">
                <a:pos x="connsiteX0" y="connsiteY0"/>
              </a:cxn>
              <a:cxn ang="0">
                <a:pos x="connsiteX1" y="connsiteY1"/>
              </a:cxn>
              <a:cxn ang="0">
                <a:pos x="connsiteX2" y="connsiteY2"/>
              </a:cxn>
              <a:cxn ang="0">
                <a:pos x="connsiteX3" y="connsiteY3"/>
              </a:cxn>
            </a:cxnLst>
            <a:rect l="l" t="t" r="r" b="b"/>
            <a:pathLst>
              <a:path w="4381500" h="2619375">
                <a:moveTo>
                  <a:pt x="0" y="0"/>
                </a:moveTo>
                <a:lnTo>
                  <a:pt x="4381500" y="0"/>
                </a:lnTo>
                <a:lnTo>
                  <a:pt x="4381500" y="2619375"/>
                </a:lnTo>
                <a:lnTo>
                  <a:pt x="0" y="2619375"/>
                </a:lnTo>
                <a:close/>
              </a:path>
            </a:pathLst>
          </a:custGeom>
          <a:pattFill prst="pct5">
            <a:fgClr>
              <a:schemeClr val="accent1"/>
            </a:fgClr>
            <a:bgClr>
              <a:schemeClr val="bg1"/>
            </a:bgClr>
          </a:pattFill>
        </p:spPr>
        <p:txBody>
          <a:bodyPr wrap="square">
            <a:noAutofit/>
          </a:bodyPr>
          <a:lstStyle>
            <a:lvl1pPr>
              <a:defRPr sz="1200"/>
            </a:lvl1pPr>
          </a:lstStyle>
          <a:p>
            <a:r>
              <a:rPr lang="en-US"/>
              <a:t>Click icon to add picture</a:t>
            </a:r>
          </a:p>
        </p:txBody>
      </p:sp>
      <p:sp>
        <p:nvSpPr>
          <p:cNvPr id="3" name="Picture Placeholder 2">
            <a:extLst>
              <a:ext uri="{FF2B5EF4-FFF2-40B4-BE49-F238E27FC236}">
                <a16:creationId xmlns:a16="http://schemas.microsoft.com/office/drawing/2014/main" id="{35125E1B-AC6E-B228-D46E-FEBD3CED691E}"/>
              </a:ext>
            </a:extLst>
          </p:cNvPr>
          <p:cNvSpPr>
            <a:spLocks noGrp="1"/>
          </p:cNvSpPr>
          <p:nvPr>
            <p:ph type="pic" sz="quarter" idx="11"/>
          </p:nvPr>
        </p:nvSpPr>
        <p:spPr>
          <a:xfrm>
            <a:off x="1543435" y="763362"/>
            <a:ext cx="4186651" cy="6094638"/>
          </a:xfrm>
          <a:custGeom>
            <a:avLst/>
            <a:gdLst>
              <a:gd name="connsiteX0" fmla="*/ 202215 w 4186651"/>
              <a:gd name="connsiteY0" fmla="*/ 0 h 6094638"/>
              <a:gd name="connsiteX1" fmla="*/ 3984436 w 4186651"/>
              <a:gd name="connsiteY1" fmla="*/ 0 h 6094638"/>
              <a:gd name="connsiteX2" fmla="*/ 4186651 w 4186651"/>
              <a:gd name="connsiteY2" fmla="*/ 202215 h 6094638"/>
              <a:gd name="connsiteX3" fmla="*/ 4186651 w 4186651"/>
              <a:gd name="connsiteY3" fmla="*/ 6094638 h 6094638"/>
              <a:gd name="connsiteX4" fmla="*/ 0 w 4186651"/>
              <a:gd name="connsiteY4" fmla="*/ 6094638 h 6094638"/>
              <a:gd name="connsiteX5" fmla="*/ 0 w 4186651"/>
              <a:gd name="connsiteY5" fmla="*/ 202215 h 6094638"/>
              <a:gd name="connsiteX6" fmla="*/ 202215 w 4186651"/>
              <a:gd name="connsiteY6" fmla="*/ 0 h 60946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86651" h="6094638">
                <a:moveTo>
                  <a:pt x="202215" y="0"/>
                </a:moveTo>
                <a:lnTo>
                  <a:pt x="3984436" y="0"/>
                </a:lnTo>
                <a:cubicBezTo>
                  <a:pt x="4096116" y="0"/>
                  <a:pt x="4186651" y="90535"/>
                  <a:pt x="4186651" y="202215"/>
                </a:cubicBezTo>
                <a:lnTo>
                  <a:pt x="4186651" y="6094638"/>
                </a:lnTo>
                <a:lnTo>
                  <a:pt x="0" y="6094638"/>
                </a:lnTo>
                <a:lnTo>
                  <a:pt x="0" y="202215"/>
                </a:lnTo>
                <a:cubicBezTo>
                  <a:pt x="0" y="90535"/>
                  <a:pt x="90535" y="0"/>
                  <a:pt x="202215" y="0"/>
                </a:cubicBezTo>
                <a:close/>
              </a:path>
            </a:pathLst>
          </a:custGeom>
          <a:pattFill prst="pct5">
            <a:fgClr>
              <a:schemeClr val="accent1"/>
            </a:fgClr>
            <a:bgClr>
              <a:schemeClr val="bg1"/>
            </a:bgClr>
          </a:pattFill>
        </p:spPr>
        <p:txBody>
          <a:bodyPr wrap="square">
            <a:noAutofit/>
          </a:bodyPr>
          <a:lstStyle>
            <a:lvl1pPr>
              <a:defRPr sz="1200"/>
            </a:lvl1pPr>
          </a:lstStyle>
          <a:p>
            <a:r>
              <a:rPr lang="en-US"/>
              <a:t>Click icon to add picture</a:t>
            </a:r>
          </a:p>
        </p:txBody>
      </p:sp>
    </p:spTree>
    <p:extLst>
      <p:ext uri="{BB962C8B-B14F-4D97-AF65-F5344CB8AC3E}">
        <p14:creationId xmlns:p14="http://schemas.microsoft.com/office/powerpoint/2010/main" val="164516359"/>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2Photos_Offset">
    <p:bg>
      <p:bgPr>
        <a:solidFill>
          <a:schemeClr val="accent3"/>
        </a:solidFill>
        <a:effectLst/>
      </p:bgPr>
    </p:bg>
    <p:spTree>
      <p:nvGrpSpPr>
        <p:cNvPr id="1" name=""/>
        <p:cNvGrpSpPr/>
        <p:nvPr/>
      </p:nvGrpSpPr>
      <p:grpSpPr>
        <a:xfrm>
          <a:off x="0" y="0"/>
          <a:ext cx="0" cy="0"/>
          <a:chOff x="0" y="0"/>
          <a:chExt cx="0" cy="0"/>
        </a:xfrm>
      </p:grpSpPr>
      <p:sp>
        <p:nvSpPr>
          <p:cNvPr id="13" name="Title 7">
            <a:extLst>
              <a:ext uri="{FF2B5EF4-FFF2-40B4-BE49-F238E27FC236}">
                <a16:creationId xmlns:a16="http://schemas.microsoft.com/office/drawing/2014/main" id="{FF566993-1C71-214C-8F87-B3A8BD9C03D2}"/>
              </a:ext>
            </a:extLst>
          </p:cNvPr>
          <p:cNvSpPr>
            <a:spLocks noGrp="1"/>
          </p:cNvSpPr>
          <p:nvPr>
            <p:ph type="title" hasCustomPrompt="1"/>
          </p:nvPr>
        </p:nvSpPr>
        <p:spPr>
          <a:xfrm>
            <a:off x="881809" y="1159231"/>
            <a:ext cx="5451756" cy="299434"/>
          </a:xfrm>
        </p:spPr>
        <p:txBody>
          <a:bodyPr/>
          <a:lstStyle>
            <a:lvl1pPr>
              <a:lnSpc>
                <a:spcPct val="100000"/>
              </a:lnSpc>
              <a:defRPr sz="2600">
                <a:solidFill>
                  <a:schemeClr val="bg1"/>
                </a:solidFill>
              </a:defRPr>
            </a:lvl1pPr>
          </a:lstStyle>
          <a:p>
            <a:r>
              <a:rPr lang="en-US"/>
              <a:t>Two Photos Offset Slide</a:t>
            </a:r>
          </a:p>
        </p:txBody>
      </p:sp>
      <p:sp>
        <p:nvSpPr>
          <p:cNvPr id="12" name="Text Placeholder 9">
            <a:extLst>
              <a:ext uri="{FF2B5EF4-FFF2-40B4-BE49-F238E27FC236}">
                <a16:creationId xmlns:a16="http://schemas.microsoft.com/office/drawing/2014/main" id="{66E66C2F-6C61-8CBA-C4F0-6306315F3098}"/>
              </a:ext>
            </a:extLst>
          </p:cNvPr>
          <p:cNvSpPr>
            <a:spLocks noGrp="1"/>
          </p:cNvSpPr>
          <p:nvPr>
            <p:ph type="body" sz="quarter" idx="12" hasCustomPrompt="1"/>
          </p:nvPr>
        </p:nvSpPr>
        <p:spPr>
          <a:xfrm>
            <a:off x="881809" y="786459"/>
            <a:ext cx="5451756" cy="198987"/>
          </a:xfrm>
          <a:prstGeom prst="rect">
            <a:avLst/>
          </a:prstGeom>
        </p:spPr>
        <p:txBody>
          <a:bodyPr/>
          <a:lstStyle>
            <a:lvl1pPr marL="0" indent="0">
              <a:lnSpc>
                <a:spcPct val="100000"/>
              </a:lnSpc>
              <a:buNone/>
              <a:defRPr sz="1400" b="0" i="0" cap="all" spc="200" baseline="0">
                <a:solidFill>
                  <a:schemeClr val="accent6"/>
                </a:solidFill>
                <a:latin typeface="Roboto Medium" panose="02000000000000000000" pitchFamily="2" charset="0"/>
                <a:ea typeface="Roboto Medium" panose="02000000000000000000" pitchFamily="2" charset="0"/>
              </a:defRPr>
            </a:lvl1pPr>
          </a:lstStyle>
          <a:p>
            <a:pPr lvl="0"/>
            <a:r>
              <a:rPr lang="en-US"/>
              <a:t>SUBHEAD GOES HERE</a:t>
            </a:r>
          </a:p>
        </p:txBody>
      </p:sp>
      <p:sp>
        <p:nvSpPr>
          <p:cNvPr id="14" name="Text Placeholder 11">
            <a:extLst>
              <a:ext uri="{FF2B5EF4-FFF2-40B4-BE49-F238E27FC236}">
                <a16:creationId xmlns:a16="http://schemas.microsoft.com/office/drawing/2014/main" id="{5FD6E69D-34C0-CF07-17D3-849320BD9AB6}"/>
              </a:ext>
            </a:extLst>
          </p:cNvPr>
          <p:cNvSpPr>
            <a:spLocks noGrp="1"/>
          </p:cNvSpPr>
          <p:nvPr>
            <p:ph type="body" sz="quarter" idx="13" hasCustomPrompt="1"/>
          </p:nvPr>
        </p:nvSpPr>
        <p:spPr>
          <a:xfrm>
            <a:off x="881809" y="1704010"/>
            <a:ext cx="5451756" cy="1360488"/>
          </a:xfrm>
          <a:prstGeom prst="rect">
            <a:avLst/>
          </a:prstGeom>
        </p:spPr>
        <p:txBody>
          <a:bodyPr/>
          <a:lstStyle>
            <a:lvl1pPr marL="0" indent="0">
              <a:lnSpc>
                <a:spcPts val="2400"/>
              </a:lnSpc>
              <a:spcBef>
                <a:spcPts val="1200"/>
              </a:spcBef>
              <a:buNone/>
              <a:defRPr sz="1800">
                <a:solidFill>
                  <a:schemeClr val="bg1"/>
                </a:solidFill>
              </a:defRPr>
            </a:lvl1pPr>
          </a:lstStyle>
          <a:p>
            <a:pPr lvl="0"/>
            <a:r>
              <a:rPr lang="en-US"/>
              <a:t>Place in your content here. When pasting in content, please use the “Use Destination Theme” or “Keep Text Only” options to ensure the text matches this template’s styles.</a:t>
            </a:r>
          </a:p>
        </p:txBody>
      </p:sp>
      <p:sp>
        <p:nvSpPr>
          <p:cNvPr id="23" name="Picture Placeholder 22">
            <a:extLst>
              <a:ext uri="{FF2B5EF4-FFF2-40B4-BE49-F238E27FC236}">
                <a16:creationId xmlns:a16="http://schemas.microsoft.com/office/drawing/2014/main" id="{048ECADB-32C8-32F0-1B0C-92BDBD79498E}"/>
              </a:ext>
            </a:extLst>
          </p:cNvPr>
          <p:cNvSpPr>
            <a:spLocks noGrp="1"/>
          </p:cNvSpPr>
          <p:nvPr>
            <p:ph type="pic" sz="quarter" idx="11"/>
          </p:nvPr>
        </p:nvSpPr>
        <p:spPr>
          <a:xfrm>
            <a:off x="0" y="3428999"/>
            <a:ext cx="6333564" cy="3429002"/>
          </a:xfrm>
          <a:custGeom>
            <a:avLst/>
            <a:gdLst>
              <a:gd name="connsiteX0" fmla="*/ 2 w 6333565"/>
              <a:gd name="connsiteY0" fmla="*/ 0 h 3429002"/>
              <a:gd name="connsiteX1" fmla="*/ 6171305 w 6333565"/>
              <a:gd name="connsiteY1" fmla="*/ 0 h 3429002"/>
              <a:gd name="connsiteX2" fmla="*/ 6333565 w 6333565"/>
              <a:gd name="connsiteY2" fmla="*/ 162260 h 3429002"/>
              <a:gd name="connsiteX3" fmla="*/ 6333565 w 6333565"/>
              <a:gd name="connsiteY3" fmla="*/ 3429002 h 3429002"/>
              <a:gd name="connsiteX4" fmla="*/ 542025 w 6333565"/>
              <a:gd name="connsiteY4" fmla="*/ 3429002 h 3429002"/>
              <a:gd name="connsiteX5" fmla="*/ 0 w 6333565"/>
              <a:gd name="connsiteY5" fmla="*/ 3429002 h 3429002"/>
              <a:gd name="connsiteX6" fmla="*/ 0 w 6333565"/>
              <a:gd name="connsiteY6" fmla="*/ 319538 h 3429002"/>
              <a:gd name="connsiteX7" fmla="*/ 2 w 6333565"/>
              <a:gd name="connsiteY7" fmla="*/ 319538 h 3429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333565" h="3429002">
                <a:moveTo>
                  <a:pt x="2" y="0"/>
                </a:moveTo>
                <a:lnTo>
                  <a:pt x="6171305" y="0"/>
                </a:lnTo>
                <a:cubicBezTo>
                  <a:pt x="6260919" y="0"/>
                  <a:pt x="6333565" y="72646"/>
                  <a:pt x="6333565" y="162260"/>
                </a:cubicBezTo>
                <a:lnTo>
                  <a:pt x="6333565" y="3429002"/>
                </a:lnTo>
                <a:lnTo>
                  <a:pt x="542025" y="3429002"/>
                </a:lnTo>
                <a:lnTo>
                  <a:pt x="0" y="3429002"/>
                </a:lnTo>
                <a:lnTo>
                  <a:pt x="0" y="319538"/>
                </a:lnTo>
                <a:lnTo>
                  <a:pt x="2" y="319538"/>
                </a:lnTo>
                <a:close/>
              </a:path>
            </a:pathLst>
          </a:custGeom>
          <a:pattFill prst="pct5">
            <a:fgClr>
              <a:schemeClr val="accent1"/>
            </a:fgClr>
            <a:bgClr>
              <a:schemeClr val="bg1"/>
            </a:bgClr>
          </a:pattFill>
        </p:spPr>
        <p:txBody>
          <a:bodyPr wrap="square">
            <a:noAutofit/>
          </a:bodyPr>
          <a:lstStyle/>
          <a:p>
            <a:r>
              <a:rPr lang="en-US"/>
              <a:t>Click icon to add picture</a:t>
            </a:r>
          </a:p>
        </p:txBody>
      </p:sp>
      <p:sp>
        <p:nvSpPr>
          <p:cNvPr id="21" name="Picture Placeholder 20">
            <a:extLst>
              <a:ext uri="{FF2B5EF4-FFF2-40B4-BE49-F238E27FC236}">
                <a16:creationId xmlns:a16="http://schemas.microsoft.com/office/drawing/2014/main" id="{135CEADD-8528-53ED-C41D-D880C0CE39C2}"/>
              </a:ext>
            </a:extLst>
          </p:cNvPr>
          <p:cNvSpPr>
            <a:spLocks noGrp="1"/>
          </p:cNvSpPr>
          <p:nvPr>
            <p:ph type="pic" sz="quarter" idx="14"/>
          </p:nvPr>
        </p:nvSpPr>
        <p:spPr>
          <a:xfrm>
            <a:off x="7253659" y="514339"/>
            <a:ext cx="4938343" cy="5829321"/>
          </a:xfrm>
          <a:custGeom>
            <a:avLst/>
            <a:gdLst>
              <a:gd name="connsiteX0" fmla="*/ 233682 w 4938343"/>
              <a:gd name="connsiteY0" fmla="*/ 0 h 5829321"/>
              <a:gd name="connsiteX1" fmla="*/ 4938343 w 4938343"/>
              <a:gd name="connsiteY1" fmla="*/ 0 h 5829321"/>
              <a:gd name="connsiteX2" fmla="*/ 4938343 w 4938343"/>
              <a:gd name="connsiteY2" fmla="*/ 5829321 h 5829321"/>
              <a:gd name="connsiteX3" fmla="*/ 233682 w 4938343"/>
              <a:gd name="connsiteY3" fmla="*/ 5829321 h 5829321"/>
              <a:gd name="connsiteX4" fmla="*/ 0 w 4938343"/>
              <a:gd name="connsiteY4" fmla="*/ 5595639 h 5829321"/>
              <a:gd name="connsiteX5" fmla="*/ 0 w 4938343"/>
              <a:gd name="connsiteY5" fmla="*/ 233682 h 5829321"/>
              <a:gd name="connsiteX6" fmla="*/ 233682 w 4938343"/>
              <a:gd name="connsiteY6" fmla="*/ 0 h 58293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938343" h="5829321">
                <a:moveTo>
                  <a:pt x="233682" y="0"/>
                </a:moveTo>
                <a:lnTo>
                  <a:pt x="4938343" y="0"/>
                </a:lnTo>
                <a:lnTo>
                  <a:pt x="4938343" y="5829321"/>
                </a:lnTo>
                <a:lnTo>
                  <a:pt x="233682" y="5829321"/>
                </a:lnTo>
                <a:cubicBezTo>
                  <a:pt x="104623" y="5829321"/>
                  <a:pt x="0" y="5724698"/>
                  <a:pt x="0" y="5595639"/>
                </a:cubicBezTo>
                <a:lnTo>
                  <a:pt x="0" y="233682"/>
                </a:lnTo>
                <a:cubicBezTo>
                  <a:pt x="0" y="104623"/>
                  <a:pt x="104623" y="0"/>
                  <a:pt x="233682" y="0"/>
                </a:cubicBezTo>
                <a:close/>
              </a:path>
            </a:pathLst>
          </a:custGeom>
          <a:pattFill prst="pct5">
            <a:fgClr>
              <a:schemeClr val="accent1"/>
            </a:fgClr>
            <a:bgClr>
              <a:schemeClr val="bg1"/>
            </a:bgClr>
          </a:pattFill>
        </p:spPr>
        <p:txBody>
          <a:bodyPr wrap="square">
            <a:noAutofit/>
          </a:bodyPr>
          <a:lstStyle/>
          <a:p>
            <a:r>
              <a:rPr lang="en-US"/>
              <a:t>Click icon to add picture</a:t>
            </a:r>
          </a:p>
        </p:txBody>
      </p:sp>
    </p:spTree>
    <p:extLst>
      <p:ext uri="{BB962C8B-B14F-4D97-AF65-F5344CB8AC3E}">
        <p14:creationId xmlns:p14="http://schemas.microsoft.com/office/powerpoint/2010/main" val="3246628459"/>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Photo_Top">
    <p:spTree>
      <p:nvGrpSpPr>
        <p:cNvPr id="1" name=""/>
        <p:cNvGrpSpPr/>
        <p:nvPr/>
      </p:nvGrpSpPr>
      <p:grpSpPr>
        <a:xfrm>
          <a:off x="0" y="0"/>
          <a:ext cx="0" cy="0"/>
          <a:chOff x="0" y="0"/>
          <a:chExt cx="0" cy="0"/>
        </a:xfrm>
      </p:grpSpPr>
      <p:sp>
        <p:nvSpPr>
          <p:cNvPr id="2" name="Title 17">
            <a:extLst>
              <a:ext uri="{FF2B5EF4-FFF2-40B4-BE49-F238E27FC236}">
                <a16:creationId xmlns:a16="http://schemas.microsoft.com/office/drawing/2014/main" id="{F8C038A1-773E-DBC1-A6C7-A8AEE9E20B22}"/>
              </a:ext>
            </a:extLst>
          </p:cNvPr>
          <p:cNvSpPr>
            <a:spLocks noGrp="1"/>
          </p:cNvSpPr>
          <p:nvPr>
            <p:ph type="title" hasCustomPrompt="1"/>
          </p:nvPr>
        </p:nvSpPr>
        <p:spPr>
          <a:xfrm>
            <a:off x="1133474" y="3731782"/>
            <a:ext cx="10163417" cy="418013"/>
          </a:xfrm>
        </p:spPr>
        <p:txBody>
          <a:bodyPr/>
          <a:lstStyle>
            <a:lvl1pPr marL="0" algn="l" defTabSz="914400" rtl="0" eaLnBrk="1" latinLnBrk="0" hangingPunct="1">
              <a:defRPr lang="en-US" sz="2600" b="1" kern="1200" dirty="0">
                <a:solidFill>
                  <a:schemeClr val="tx1"/>
                </a:solidFill>
                <a:latin typeface="Roboto" panose="02000000000000000000" pitchFamily="2" charset="0"/>
                <a:ea typeface="Roboto" panose="02000000000000000000" pitchFamily="2" charset="0"/>
                <a:cs typeface="Poppins SemiBold" panose="00000700000000000000" pitchFamily="2" charset="0"/>
              </a:defRPr>
            </a:lvl1pPr>
          </a:lstStyle>
          <a:p>
            <a:r>
              <a:rPr lang="en-US"/>
              <a:t>Large Photo on Top Slide</a:t>
            </a:r>
          </a:p>
        </p:txBody>
      </p:sp>
      <p:sp>
        <p:nvSpPr>
          <p:cNvPr id="3" name="Text Placeholder 7">
            <a:extLst>
              <a:ext uri="{FF2B5EF4-FFF2-40B4-BE49-F238E27FC236}">
                <a16:creationId xmlns:a16="http://schemas.microsoft.com/office/drawing/2014/main" id="{BB7EE1A2-6CDD-367F-D910-035F5525B07E}"/>
              </a:ext>
            </a:extLst>
          </p:cNvPr>
          <p:cNvSpPr>
            <a:spLocks noGrp="1"/>
          </p:cNvSpPr>
          <p:nvPr>
            <p:ph type="body" sz="quarter" idx="12" hasCustomPrompt="1"/>
          </p:nvPr>
        </p:nvSpPr>
        <p:spPr>
          <a:xfrm>
            <a:off x="1132207" y="4443306"/>
            <a:ext cx="10163931" cy="2145220"/>
          </a:xfrm>
        </p:spPr>
        <p:txBody>
          <a:bodyPr/>
          <a:lstStyle/>
          <a:p>
            <a:pPr lvl="0"/>
            <a:r>
              <a:rPr lang="en-US"/>
              <a:t>Place in your content here. When pasting in content, please use the “Use Destination Theme” or “Keep Text Only” options to ensure the text matches this template’s styles. </a:t>
            </a:r>
          </a:p>
          <a:p>
            <a:pPr lvl="0"/>
            <a:r>
              <a:rPr lang="en-US"/>
              <a:t>To replace an image, right click on the image, select “Change Picture”, then choose from a file on your device, or “From Clipboard” to paste in a copied image.</a:t>
            </a:r>
          </a:p>
          <a:p>
            <a:pPr lvl="0"/>
            <a:r>
              <a:rPr lang="en-US"/>
              <a:t>First level bullets</a:t>
            </a:r>
          </a:p>
          <a:p>
            <a:pPr lvl="1"/>
            <a:r>
              <a:rPr lang="en-US"/>
              <a:t>Second level bullets</a:t>
            </a:r>
          </a:p>
          <a:p>
            <a:pPr lvl="2"/>
            <a:r>
              <a:rPr lang="en-US"/>
              <a:t>Third level bullets</a:t>
            </a:r>
          </a:p>
        </p:txBody>
      </p:sp>
      <p:sp>
        <p:nvSpPr>
          <p:cNvPr id="6" name="Picture Placeholder 5">
            <a:extLst>
              <a:ext uri="{FF2B5EF4-FFF2-40B4-BE49-F238E27FC236}">
                <a16:creationId xmlns:a16="http://schemas.microsoft.com/office/drawing/2014/main" id="{CD80A71C-26B3-450F-AECC-072AE2639043}"/>
              </a:ext>
            </a:extLst>
          </p:cNvPr>
          <p:cNvSpPr>
            <a:spLocks noGrp="1"/>
          </p:cNvSpPr>
          <p:nvPr>
            <p:ph type="pic" sz="quarter" idx="10"/>
          </p:nvPr>
        </p:nvSpPr>
        <p:spPr>
          <a:xfrm>
            <a:off x="0" y="1"/>
            <a:ext cx="12192000" cy="3428999"/>
          </a:xfrm>
          <a:custGeom>
            <a:avLst/>
            <a:gdLst>
              <a:gd name="connsiteX0" fmla="*/ 0 w 4381500"/>
              <a:gd name="connsiteY0" fmla="*/ 0 h 2619375"/>
              <a:gd name="connsiteX1" fmla="*/ 4381500 w 4381500"/>
              <a:gd name="connsiteY1" fmla="*/ 0 h 2619375"/>
              <a:gd name="connsiteX2" fmla="*/ 4381500 w 4381500"/>
              <a:gd name="connsiteY2" fmla="*/ 2619375 h 2619375"/>
              <a:gd name="connsiteX3" fmla="*/ 0 w 4381500"/>
              <a:gd name="connsiteY3" fmla="*/ 2619375 h 2619375"/>
            </a:gdLst>
            <a:ahLst/>
            <a:cxnLst>
              <a:cxn ang="0">
                <a:pos x="connsiteX0" y="connsiteY0"/>
              </a:cxn>
              <a:cxn ang="0">
                <a:pos x="connsiteX1" y="connsiteY1"/>
              </a:cxn>
              <a:cxn ang="0">
                <a:pos x="connsiteX2" y="connsiteY2"/>
              </a:cxn>
              <a:cxn ang="0">
                <a:pos x="connsiteX3" y="connsiteY3"/>
              </a:cxn>
            </a:cxnLst>
            <a:rect l="l" t="t" r="r" b="b"/>
            <a:pathLst>
              <a:path w="4381500" h="2619375">
                <a:moveTo>
                  <a:pt x="0" y="0"/>
                </a:moveTo>
                <a:lnTo>
                  <a:pt x="4381500" y="0"/>
                </a:lnTo>
                <a:lnTo>
                  <a:pt x="4381500" y="2619375"/>
                </a:lnTo>
                <a:lnTo>
                  <a:pt x="0" y="2619375"/>
                </a:lnTo>
                <a:close/>
              </a:path>
            </a:pathLst>
          </a:custGeom>
          <a:pattFill prst="pct5">
            <a:fgClr>
              <a:schemeClr val="accent1"/>
            </a:fgClr>
            <a:bgClr>
              <a:schemeClr val="bg1"/>
            </a:bgClr>
          </a:pattFill>
        </p:spPr>
        <p:txBody>
          <a:bodyPr wrap="square">
            <a:noAutofit/>
          </a:bodyPr>
          <a:lstStyle>
            <a:lvl1pPr>
              <a:defRPr sz="1200"/>
            </a:lvl1pPr>
          </a:lstStyle>
          <a:p>
            <a:r>
              <a:rPr lang="en-US"/>
              <a:t>Click icon to add picture</a:t>
            </a:r>
          </a:p>
        </p:txBody>
      </p:sp>
    </p:spTree>
    <p:extLst>
      <p:ext uri="{BB962C8B-B14F-4D97-AF65-F5344CB8AC3E}">
        <p14:creationId xmlns:p14="http://schemas.microsoft.com/office/powerpoint/2010/main" val="181965830"/>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Photo_Top_Rounded">
    <p:spTree>
      <p:nvGrpSpPr>
        <p:cNvPr id="1" name=""/>
        <p:cNvGrpSpPr/>
        <p:nvPr/>
      </p:nvGrpSpPr>
      <p:grpSpPr>
        <a:xfrm>
          <a:off x="0" y="0"/>
          <a:ext cx="0" cy="0"/>
          <a:chOff x="0" y="0"/>
          <a:chExt cx="0" cy="0"/>
        </a:xfrm>
      </p:grpSpPr>
      <p:sp>
        <p:nvSpPr>
          <p:cNvPr id="2" name="Title 17">
            <a:extLst>
              <a:ext uri="{FF2B5EF4-FFF2-40B4-BE49-F238E27FC236}">
                <a16:creationId xmlns:a16="http://schemas.microsoft.com/office/drawing/2014/main" id="{C4126798-40CE-0964-E5C4-E7EFDC226E43}"/>
              </a:ext>
            </a:extLst>
          </p:cNvPr>
          <p:cNvSpPr>
            <a:spLocks noGrp="1"/>
          </p:cNvSpPr>
          <p:nvPr>
            <p:ph type="title" hasCustomPrompt="1"/>
          </p:nvPr>
        </p:nvSpPr>
        <p:spPr>
          <a:xfrm>
            <a:off x="1133474" y="3441112"/>
            <a:ext cx="10163417" cy="418013"/>
          </a:xfrm>
        </p:spPr>
        <p:txBody>
          <a:bodyPr/>
          <a:lstStyle>
            <a:lvl1pPr marL="0" algn="l" defTabSz="914400" rtl="0" eaLnBrk="1" latinLnBrk="0" hangingPunct="1">
              <a:defRPr lang="en-US" sz="2600" b="1" kern="1200" dirty="0">
                <a:solidFill>
                  <a:schemeClr val="tx1"/>
                </a:solidFill>
                <a:latin typeface="Roboto" panose="02000000000000000000" pitchFamily="2" charset="0"/>
                <a:ea typeface="Roboto" panose="02000000000000000000" pitchFamily="2" charset="0"/>
                <a:cs typeface="Poppins SemiBold" panose="00000700000000000000" pitchFamily="2" charset="0"/>
              </a:defRPr>
            </a:lvl1pPr>
          </a:lstStyle>
          <a:p>
            <a:r>
              <a:rPr lang="en-US"/>
              <a:t>Large Framed Photo Slide</a:t>
            </a:r>
          </a:p>
        </p:txBody>
      </p:sp>
      <p:sp>
        <p:nvSpPr>
          <p:cNvPr id="3" name="Text Placeholder 7">
            <a:extLst>
              <a:ext uri="{FF2B5EF4-FFF2-40B4-BE49-F238E27FC236}">
                <a16:creationId xmlns:a16="http://schemas.microsoft.com/office/drawing/2014/main" id="{AFB5368E-DFF0-727E-16DA-5E5D27E71042}"/>
              </a:ext>
            </a:extLst>
          </p:cNvPr>
          <p:cNvSpPr>
            <a:spLocks noGrp="1"/>
          </p:cNvSpPr>
          <p:nvPr>
            <p:ph type="body" sz="quarter" idx="12" hasCustomPrompt="1"/>
          </p:nvPr>
        </p:nvSpPr>
        <p:spPr>
          <a:xfrm>
            <a:off x="1132207" y="4152635"/>
            <a:ext cx="10163931" cy="2145220"/>
          </a:xfrm>
        </p:spPr>
        <p:txBody>
          <a:bodyPr/>
          <a:lstStyle/>
          <a:p>
            <a:pPr lvl="0"/>
            <a:r>
              <a:rPr lang="en-US"/>
              <a:t>Place in your content here. When pasting in content, please use the “Use Destination Theme” or “Keep Text Only” options to ensure the text matches this template’s styles. </a:t>
            </a:r>
          </a:p>
          <a:p>
            <a:pPr lvl="0"/>
            <a:r>
              <a:rPr lang="en-US"/>
              <a:t>To replace an image, right click on the image, select “Change Picture”, then choose from a file on your device, or “From Clipboard” to paste in a copied image.</a:t>
            </a:r>
          </a:p>
          <a:p>
            <a:pPr lvl="0"/>
            <a:r>
              <a:rPr lang="en-US"/>
              <a:t>First level bullets</a:t>
            </a:r>
          </a:p>
          <a:p>
            <a:pPr lvl="1"/>
            <a:r>
              <a:rPr lang="en-US"/>
              <a:t>Second level bullets</a:t>
            </a:r>
          </a:p>
          <a:p>
            <a:pPr lvl="2"/>
            <a:r>
              <a:rPr lang="en-US"/>
              <a:t>Third level bullets</a:t>
            </a:r>
          </a:p>
        </p:txBody>
      </p:sp>
      <p:sp>
        <p:nvSpPr>
          <p:cNvPr id="5" name="Picture Placeholder 4">
            <a:extLst>
              <a:ext uri="{FF2B5EF4-FFF2-40B4-BE49-F238E27FC236}">
                <a16:creationId xmlns:a16="http://schemas.microsoft.com/office/drawing/2014/main" id="{24DCA15B-C178-71F2-D6D4-F6D5631D313F}"/>
              </a:ext>
            </a:extLst>
          </p:cNvPr>
          <p:cNvSpPr>
            <a:spLocks noGrp="1"/>
          </p:cNvSpPr>
          <p:nvPr>
            <p:ph type="pic" sz="quarter" idx="10"/>
          </p:nvPr>
        </p:nvSpPr>
        <p:spPr>
          <a:xfrm>
            <a:off x="1133474" y="1"/>
            <a:ext cx="9925049" cy="3161026"/>
          </a:xfrm>
          <a:custGeom>
            <a:avLst/>
            <a:gdLst>
              <a:gd name="connsiteX0" fmla="*/ 0 w 9925048"/>
              <a:gd name="connsiteY0" fmla="*/ 0 h 3161026"/>
              <a:gd name="connsiteX1" fmla="*/ 9925048 w 9925048"/>
              <a:gd name="connsiteY1" fmla="*/ 0 h 3161026"/>
              <a:gd name="connsiteX2" fmla="*/ 9925048 w 9925048"/>
              <a:gd name="connsiteY2" fmla="*/ 2855671 h 3161026"/>
              <a:gd name="connsiteX3" fmla="*/ 9619693 w 9925048"/>
              <a:gd name="connsiteY3" fmla="*/ 3161026 h 3161026"/>
              <a:gd name="connsiteX4" fmla="*/ 305355 w 9925048"/>
              <a:gd name="connsiteY4" fmla="*/ 3161026 h 3161026"/>
              <a:gd name="connsiteX5" fmla="*/ 0 w 9925048"/>
              <a:gd name="connsiteY5" fmla="*/ 2855671 h 31610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925048" h="3161026">
                <a:moveTo>
                  <a:pt x="0" y="0"/>
                </a:moveTo>
                <a:lnTo>
                  <a:pt x="9925048" y="0"/>
                </a:lnTo>
                <a:lnTo>
                  <a:pt x="9925048" y="2855671"/>
                </a:lnTo>
                <a:cubicBezTo>
                  <a:pt x="9925048" y="3024314"/>
                  <a:pt x="9788336" y="3161026"/>
                  <a:pt x="9619693" y="3161026"/>
                </a:cubicBezTo>
                <a:lnTo>
                  <a:pt x="305355" y="3161026"/>
                </a:lnTo>
                <a:cubicBezTo>
                  <a:pt x="136712" y="3161026"/>
                  <a:pt x="0" y="3024314"/>
                  <a:pt x="0" y="2855671"/>
                </a:cubicBezTo>
                <a:close/>
              </a:path>
            </a:pathLst>
          </a:custGeom>
          <a:pattFill prst="pct5">
            <a:fgClr>
              <a:schemeClr val="accent1"/>
            </a:fgClr>
            <a:bgClr>
              <a:schemeClr val="bg1"/>
            </a:bgClr>
          </a:pattFill>
        </p:spPr>
        <p:txBody>
          <a:bodyPr wrap="square">
            <a:noAutofit/>
          </a:bodyPr>
          <a:lstStyle>
            <a:lvl1pPr>
              <a:defRPr sz="1200"/>
            </a:lvl1pPr>
          </a:lstStyle>
          <a:p>
            <a:r>
              <a:rPr lang="en-US"/>
              <a:t>Click icon to add picture</a:t>
            </a:r>
          </a:p>
        </p:txBody>
      </p:sp>
    </p:spTree>
    <p:extLst>
      <p:ext uri="{BB962C8B-B14F-4D97-AF65-F5344CB8AC3E}">
        <p14:creationId xmlns:p14="http://schemas.microsoft.com/office/powerpoint/2010/main" val="1545332116"/>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Quotation">
    <p:bg>
      <p:bgPr>
        <a:solidFill>
          <a:schemeClr val="tx1"/>
        </a:solidFill>
        <a:effectLst/>
      </p:bgPr>
    </p:bg>
    <p:spTree>
      <p:nvGrpSpPr>
        <p:cNvPr id="1" name=""/>
        <p:cNvGrpSpPr/>
        <p:nvPr/>
      </p:nvGrpSpPr>
      <p:grpSpPr>
        <a:xfrm>
          <a:off x="0" y="0"/>
          <a:ext cx="0" cy="0"/>
          <a:chOff x="0" y="0"/>
          <a:chExt cx="0" cy="0"/>
        </a:xfrm>
      </p:grpSpPr>
      <p:sp>
        <p:nvSpPr>
          <p:cNvPr id="11" name="Title 8">
            <a:extLst>
              <a:ext uri="{FF2B5EF4-FFF2-40B4-BE49-F238E27FC236}">
                <a16:creationId xmlns:a16="http://schemas.microsoft.com/office/drawing/2014/main" id="{C36BFBF5-5176-41DC-FE58-6364A24A297A}"/>
              </a:ext>
            </a:extLst>
          </p:cNvPr>
          <p:cNvSpPr>
            <a:spLocks noGrp="1"/>
          </p:cNvSpPr>
          <p:nvPr>
            <p:ph type="title" hasCustomPrompt="1"/>
          </p:nvPr>
        </p:nvSpPr>
        <p:spPr>
          <a:xfrm>
            <a:off x="6202595" y="2319639"/>
            <a:ext cx="5151205" cy="2254102"/>
          </a:xfrm>
        </p:spPr>
        <p:txBody>
          <a:bodyPr/>
          <a:lstStyle>
            <a:lvl1pPr>
              <a:lnSpc>
                <a:spcPct val="100000"/>
              </a:lnSpc>
              <a:defRPr sz="2600">
                <a:solidFill>
                  <a:schemeClr val="bg1"/>
                </a:solidFill>
              </a:defRPr>
            </a:lvl1pPr>
          </a:lstStyle>
          <a:p>
            <a:r>
              <a:rPr lang="en-US" sz="2600" b="1">
                <a:solidFill>
                  <a:schemeClr val="bg1"/>
                </a:solidFill>
                <a:latin typeface="Roboto" panose="02000000000000000000" pitchFamily="2" charset="0"/>
                <a:ea typeface="Roboto" panose="02000000000000000000" pitchFamily="2" charset="0"/>
                <a:cs typeface="Poppins SemiBold" panose="00000700000000000000" pitchFamily="2" charset="0"/>
              </a:rPr>
              <a:t>Use this space for a relevant quote to support your communication message. You can use </a:t>
            </a:r>
            <a:r>
              <a:rPr lang="en-US" sz="2600" b="1">
                <a:solidFill>
                  <a:schemeClr val="accent5"/>
                </a:solidFill>
                <a:latin typeface="Roboto" panose="02000000000000000000" pitchFamily="2" charset="0"/>
                <a:ea typeface="Roboto" panose="02000000000000000000" pitchFamily="2" charset="0"/>
                <a:cs typeface="Poppins SemiBold" panose="00000700000000000000" pitchFamily="2" charset="0"/>
              </a:rPr>
              <a:t>color to highlight key facts. </a:t>
            </a:r>
            <a:r>
              <a:rPr lang="en-US" sz="2600" b="1">
                <a:solidFill>
                  <a:schemeClr val="bg1"/>
                </a:solidFill>
                <a:latin typeface="Roboto" panose="02000000000000000000" pitchFamily="2" charset="0"/>
                <a:ea typeface="Roboto" panose="02000000000000000000" pitchFamily="2" charset="0"/>
                <a:cs typeface="Poppins SemiBold" panose="00000700000000000000" pitchFamily="2" charset="0"/>
              </a:rPr>
              <a:t>Be sure to include the source in the text below.</a:t>
            </a:r>
          </a:p>
        </p:txBody>
      </p:sp>
      <p:sp>
        <p:nvSpPr>
          <p:cNvPr id="7" name="Text Placeholder 9">
            <a:extLst>
              <a:ext uri="{FF2B5EF4-FFF2-40B4-BE49-F238E27FC236}">
                <a16:creationId xmlns:a16="http://schemas.microsoft.com/office/drawing/2014/main" id="{ED07DE40-80FF-B69C-24B0-E6BA3C38FB79}"/>
              </a:ext>
            </a:extLst>
          </p:cNvPr>
          <p:cNvSpPr>
            <a:spLocks noGrp="1"/>
          </p:cNvSpPr>
          <p:nvPr>
            <p:ph type="body" sz="quarter" idx="11" hasCustomPrompt="1"/>
          </p:nvPr>
        </p:nvSpPr>
        <p:spPr>
          <a:xfrm>
            <a:off x="6202595" y="4859074"/>
            <a:ext cx="3439931" cy="198987"/>
          </a:xfrm>
          <a:prstGeom prst="rect">
            <a:avLst/>
          </a:prstGeom>
        </p:spPr>
        <p:txBody>
          <a:bodyPr/>
          <a:lstStyle>
            <a:lvl1pPr marL="0" indent="0">
              <a:lnSpc>
                <a:spcPct val="100000"/>
              </a:lnSpc>
              <a:buNone/>
              <a:defRPr sz="1400" b="0" i="0" cap="all" spc="200" baseline="0">
                <a:solidFill>
                  <a:schemeClr val="bg1"/>
                </a:solidFill>
                <a:latin typeface="Roboto Medium" panose="02000000000000000000" pitchFamily="2" charset="0"/>
                <a:ea typeface="Roboto Medium" panose="02000000000000000000" pitchFamily="2" charset="0"/>
              </a:defRPr>
            </a:lvl1pPr>
          </a:lstStyle>
          <a:p>
            <a:pPr lvl="0"/>
            <a:r>
              <a:rPr lang="en-US"/>
              <a:t>Quotation Source Goes Here</a:t>
            </a:r>
          </a:p>
        </p:txBody>
      </p:sp>
      <p:sp>
        <p:nvSpPr>
          <p:cNvPr id="14" name="Picture Placeholder 13">
            <a:extLst>
              <a:ext uri="{FF2B5EF4-FFF2-40B4-BE49-F238E27FC236}">
                <a16:creationId xmlns:a16="http://schemas.microsoft.com/office/drawing/2014/main" id="{B37B7C14-CC4C-6EDC-65DC-FB85B3952E62}"/>
              </a:ext>
            </a:extLst>
          </p:cNvPr>
          <p:cNvSpPr>
            <a:spLocks noGrp="1"/>
          </p:cNvSpPr>
          <p:nvPr>
            <p:ph type="pic" sz="quarter" idx="13"/>
          </p:nvPr>
        </p:nvSpPr>
        <p:spPr>
          <a:xfrm>
            <a:off x="-2" y="734574"/>
            <a:ext cx="5163673" cy="5388838"/>
          </a:xfrm>
          <a:custGeom>
            <a:avLst/>
            <a:gdLst>
              <a:gd name="connsiteX0" fmla="*/ 0 w 5163673"/>
              <a:gd name="connsiteY0" fmla="*/ 0 h 5388838"/>
              <a:gd name="connsiteX1" fmla="*/ 4903392 w 5163673"/>
              <a:gd name="connsiteY1" fmla="*/ 0 h 5388838"/>
              <a:gd name="connsiteX2" fmla="*/ 5163673 w 5163673"/>
              <a:gd name="connsiteY2" fmla="*/ 260281 h 5388838"/>
              <a:gd name="connsiteX3" fmla="*/ 5163673 w 5163673"/>
              <a:gd name="connsiteY3" fmla="*/ 5128557 h 5388838"/>
              <a:gd name="connsiteX4" fmla="*/ 4903392 w 5163673"/>
              <a:gd name="connsiteY4" fmla="*/ 5388838 h 5388838"/>
              <a:gd name="connsiteX5" fmla="*/ 0 w 5163673"/>
              <a:gd name="connsiteY5" fmla="*/ 5388838 h 53888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163673" h="5388838">
                <a:moveTo>
                  <a:pt x="0" y="0"/>
                </a:moveTo>
                <a:lnTo>
                  <a:pt x="4903392" y="0"/>
                </a:lnTo>
                <a:cubicBezTo>
                  <a:pt x="5047141" y="0"/>
                  <a:pt x="5163673" y="116532"/>
                  <a:pt x="5163673" y="260281"/>
                </a:cubicBezTo>
                <a:lnTo>
                  <a:pt x="5163673" y="5128557"/>
                </a:lnTo>
                <a:cubicBezTo>
                  <a:pt x="5163673" y="5272306"/>
                  <a:pt x="5047141" y="5388838"/>
                  <a:pt x="4903392" y="5388838"/>
                </a:cubicBezTo>
                <a:lnTo>
                  <a:pt x="0" y="5388838"/>
                </a:lnTo>
                <a:close/>
              </a:path>
            </a:pathLst>
          </a:custGeom>
          <a:pattFill prst="pct5">
            <a:fgClr>
              <a:schemeClr val="accent1"/>
            </a:fgClr>
            <a:bgClr>
              <a:schemeClr val="bg1"/>
            </a:bgClr>
          </a:pattFill>
        </p:spPr>
        <p:txBody>
          <a:bodyPr wrap="square">
            <a:noAutofit/>
          </a:bodyPr>
          <a:lstStyle/>
          <a:p>
            <a:r>
              <a:rPr lang="en-US"/>
              <a:t>Click icon to add picture</a:t>
            </a:r>
          </a:p>
        </p:txBody>
      </p:sp>
    </p:spTree>
    <p:extLst>
      <p:ext uri="{BB962C8B-B14F-4D97-AF65-F5344CB8AC3E}">
        <p14:creationId xmlns:p14="http://schemas.microsoft.com/office/powerpoint/2010/main" val="2342101388"/>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Photo_Back">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9A67692A-377B-43B7-AEA9-045CE336063E}"/>
              </a:ext>
            </a:extLst>
          </p:cNvPr>
          <p:cNvSpPr>
            <a:spLocks noGrp="1"/>
          </p:cNvSpPr>
          <p:nvPr>
            <p:ph type="pic" sz="quarter" idx="10"/>
          </p:nvPr>
        </p:nvSpPr>
        <p:spPr>
          <a:xfrm>
            <a:off x="0" y="0"/>
            <a:ext cx="12192000" cy="6858000"/>
          </a:xfrm>
          <a:custGeom>
            <a:avLst/>
            <a:gdLst>
              <a:gd name="connsiteX0" fmla="*/ 0 w 4381500"/>
              <a:gd name="connsiteY0" fmla="*/ 0 h 2619375"/>
              <a:gd name="connsiteX1" fmla="*/ 4381500 w 4381500"/>
              <a:gd name="connsiteY1" fmla="*/ 0 h 2619375"/>
              <a:gd name="connsiteX2" fmla="*/ 4381500 w 4381500"/>
              <a:gd name="connsiteY2" fmla="*/ 2619375 h 2619375"/>
              <a:gd name="connsiteX3" fmla="*/ 0 w 4381500"/>
              <a:gd name="connsiteY3" fmla="*/ 2619375 h 2619375"/>
            </a:gdLst>
            <a:ahLst/>
            <a:cxnLst>
              <a:cxn ang="0">
                <a:pos x="connsiteX0" y="connsiteY0"/>
              </a:cxn>
              <a:cxn ang="0">
                <a:pos x="connsiteX1" y="connsiteY1"/>
              </a:cxn>
              <a:cxn ang="0">
                <a:pos x="connsiteX2" y="connsiteY2"/>
              </a:cxn>
              <a:cxn ang="0">
                <a:pos x="connsiteX3" y="connsiteY3"/>
              </a:cxn>
            </a:cxnLst>
            <a:rect l="l" t="t" r="r" b="b"/>
            <a:pathLst>
              <a:path w="4381500" h="2619375">
                <a:moveTo>
                  <a:pt x="0" y="0"/>
                </a:moveTo>
                <a:lnTo>
                  <a:pt x="4381500" y="0"/>
                </a:lnTo>
                <a:lnTo>
                  <a:pt x="4381500" y="2619375"/>
                </a:lnTo>
                <a:lnTo>
                  <a:pt x="0" y="2619375"/>
                </a:lnTo>
                <a:close/>
              </a:path>
            </a:pathLst>
          </a:custGeom>
          <a:pattFill prst="pct5">
            <a:fgClr>
              <a:schemeClr val="accent1"/>
            </a:fgClr>
            <a:bgClr>
              <a:schemeClr val="bg1"/>
            </a:bgClr>
          </a:pattFill>
        </p:spPr>
        <p:txBody>
          <a:bodyPr wrap="square">
            <a:noAutofit/>
          </a:bodyPr>
          <a:lstStyle>
            <a:lvl1pPr>
              <a:defRPr sz="1200"/>
            </a:lvl1pPr>
          </a:lstStyle>
          <a:p>
            <a:r>
              <a:rPr lang="en-US"/>
              <a:t>Click icon to add picture</a:t>
            </a:r>
          </a:p>
        </p:txBody>
      </p:sp>
      <p:sp>
        <p:nvSpPr>
          <p:cNvPr id="2" name="Rectangle: Single Corner Rounded 1">
            <a:extLst>
              <a:ext uri="{FF2B5EF4-FFF2-40B4-BE49-F238E27FC236}">
                <a16:creationId xmlns:a16="http://schemas.microsoft.com/office/drawing/2014/main" id="{19D7C2E2-B683-C394-BFFA-32B32F0FCE74}"/>
              </a:ext>
              <a:ext uri="{C183D7F6-B498-43B3-948B-1728B52AA6E4}">
                <adec:decorative xmlns:adec="http://schemas.microsoft.com/office/drawing/2017/decorative" val="1"/>
              </a:ext>
            </a:extLst>
          </p:cNvPr>
          <p:cNvSpPr/>
          <p:nvPr userDrawn="1"/>
        </p:nvSpPr>
        <p:spPr>
          <a:xfrm>
            <a:off x="0" y="1777432"/>
            <a:ext cx="8410574" cy="5080568"/>
          </a:xfrm>
          <a:prstGeom prst="round1Rect">
            <a:avLst>
              <a:gd name="adj" fmla="val 5005"/>
            </a:avLst>
          </a:prstGeom>
          <a:gradFill flip="none" rotWithShape="1">
            <a:gsLst>
              <a:gs pos="0">
                <a:schemeClr val="accent1">
                  <a:lumMod val="67000"/>
                </a:schemeClr>
              </a:gs>
              <a:gs pos="100000">
                <a:schemeClr val="accent1">
                  <a:lumMod val="97000"/>
                  <a:lumOff val="3000"/>
                </a:scheme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4" name="Title 7">
            <a:extLst>
              <a:ext uri="{FF2B5EF4-FFF2-40B4-BE49-F238E27FC236}">
                <a16:creationId xmlns:a16="http://schemas.microsoft.com/office/drawing/2014/main" id="{DECE3A18-15D1-A1C4-B4B1-BFDBA5D3A9A7}"/>
              </a:ext>
            </a:extLst>
          </p:cNvPr>
          <p:cNvSpPr>
            <a:spLocks noGrp="1"/>
          </p:cNvSpPr>
          <p:nvPr>
            <p:ph type="title" hasCustomPrompt="1"/>
          </p:nvPr>
        </p:nvSpPr>
        <p:spPr>
          <a:xfrm>
            <a:off x="774402" y="2501393"/>
            <a:ext cx="7063986" cy="994143"/>
          </a:xfrm>
        </p:spPr>
        <p:txBody>
          <a:bodyPr/>
          <a:lstStyle>
            <a:lvl1pPr>
              <a:lnSpc>
                <a:spcPct val="100000"/>
              </a:lnSpc>
              <a:defRPr sz="2600">
                <a:solidFill>
                  <a:schemeClr val="bg1"/>
                </a:solidFill>
              </a:defRPr>
            </a:lvl1pPr>
          </a:lstStyle>
          <a:p>
            <a:r>
              <a:rPr lang="en-US"/>
              <a:t>Large Photo Background Slide</a:t>
            </a:r>
          </a:p>
        </p:txBody>
      </p:sp>
      <p:sp>
        <p:nvSpPr>
          <p:cNvPr id="3" name="Text Placeholder 9">
            <a:extLst>
              <a:ext uri="{FF2B5EF4-FFF2-40B4-BE49-F238E27FC236}">
                <a16:creationId xmlns:a16="http://schemas.microsoft.com/office/drawing/2014/main" id="{48C76771-10B9-6AE0-9F24-5465CAEBC9B3}"/>
              </a:ext>
            </a:extLst>
          </p:cNvPr>
          <p:cNvSpPr>
            <a:spLocks noGrp="1"/>
          </p:cNvSpPr>
          <p:nvPr>
            <p:ph type="body" sz="quarter" idx="11" hasCustomPrompt="1"/>
          </p:nvPr>
        </p:nvSpPr>
        <p:spPr>
          <a:xfrm>
            <a:off x="774404" y="2128621"/>
            <a:ext cx="3439931" cy="198987"/>
          </a:xfrm>
          <a:prstGeom prst="rect">
            <a:avLst/>
          </a:prstGeom>
        </p:spPr>
        <p:txBody>
          <a:bodyPr/>
          <a:lstStyle>
            <a:lvl1pPr marL="0" indent="0">
              <a:lnSpc>
                <a:spcPct val="100000"/>
              </a:lnSpc>
              <a:buNone/>
              <a:defRPr sz="1400" b="0" i="0" cap="all" spc="200" baseline="0">
                <a:solidFill>
                  <a:srgbClr val="FCCF85"/>
                </a:solidFill>
                <a:latin typeface="Roboto Medium" panose="02000000000000000000" pitchFamily="2" charset="0"/>
                <a:ea typeface="Roboto Medium" panose="02000000000000000000" pitchFamily="2" charset="0"/>
              </a:defRPr>
            </a:lvl1pPr>
          </a:lstStyle>
          <a:p>
            <a:pPr lvl="0"/>
            <a:r>
              <a:rPr lang="en-US"/>
              <a:t>SUBHEAD GOES HERE</a:t>
            </a:r>
          </a:p>
        </p:txBody>
      </p:sp>
      <p:sp>
        <p:nvSpPr>
          <p:cNvPr id="5" name="Text Placeholder 11">
            <a:extLst>
              <a:ext uri="{FF2B5EF4-FFF2-40B4-BE49-F238E27FC236}">
                <a16:creationId xmlns:a16="http://schemas.microsoft.com/office/drawing/2014/main" id="{A54B0A3B-3B62-7B02-F964-BE0256A75A6D}"/>
              </a:ext>
            </a:extLst>
          </p:cNvPr>
          <p:cNvSpPr>
            <a:spLocks noGrp="1"/>
          </p:cNvSpPr>
          <p:nvPr>
            <p:ph type="body" sz="quarter" idx="12" hasCustomPrompt="1"/>
          </p:nvPr>
        </p:nvSpPr>
        <p:spPr>
          <a:xfrm>
            <a:off x="774404" y="3758202"/>
            <a:ext cx="7063984" cy="2682011"/>
          </a:xfrm>
          <a:prstGeom prst="rect">
            <a:avLst/>
          </a:prstGeom>
        </p:spPr>
        <p:txBody>
          <a:bodyPr/>
          <a:lstStyle>
            <a:lvl1pPr marL="0" indent="0">
              <a:lnSpc>
                <a:spcPts val="2400"/>
              </a:lnSpc>
              <a:spcBef>
                <a:spcPts val="1200"/>
              </a:spcBef>
              <a:buNone/>
              <a:defRPr sz="1800">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stStyle>
          <a:p>
            <a:pPr lvl="0"/>
            <a:r>
              <a:rPr lang="en-US"/>
              <a:t>Place in your content here. When pasting in content, please use the “Use Destination Theme” or “Keep Text Only” options to ensure the text matches this template’s styles. </a:t>
            </a:r>
          </a:p>
          <a:p>
            <a:pPr lvl="0"/>
            <a:r>
              <a:rPr lang="en-US"/>
              <a:t>To replace an image, right click on the image, select “Change Picture”, then choose from a file on your device, or “From Clipboard” to paste in a copied image.</a:t>
            </a:r>
          </a:p>
        </p:txBody>
      </p:sp>
    </p:spTree>
    <p:extLst>
      <p:ext uri="{BB962C8B-B14F-4D97-AF65-F5344CB8AC3E}">
        <p14:creationId xmlns:p14="http://schemas.microsoft.com/office/powerpoint/2010/main" val="3834459833"/>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Photos_Blocks">
    <p:spTree>
      <p:nvGrpSpPr>
        <p:cNvPr id="1" name=""/>
        <p:cNvGrpSpPr/>
        <p:nvPr/>
      </p:nvGrpSpPr>
      <p:grpSpPr>
        <a:xfrm>
          <a:off x="0" y="0"/>
          <a:ext cx="0" cy="0"/>
          <a:chOff x="0" y="0"/>
          <a:chExt cx="0" cy="0"/>
        </a:xfrm>
      </p:grpSpPr>
      <p:sp>
        <p:nvSpPr>
          <p:cNvPr id="14" name="Title 7">
            <a:extLst>
              <a:ext uri="{FF2B5EF4-FFF2-40B4-BE49-F238E27FC236}">
                <a16:creationId xmlns:a16="http://schemas.microsoft.com/office/drawing/2014/main" id="{4681A8D3-C2D6-B52A-2906-F393D40AFF93}"/>
              </a:ext>
            </a:extLst>
          </p:cNvPr>
          <p:cNvSpPr>
            <a:spLocks noGrp="1"/>
          </p:cNvSpPr>
          <p:nvPr>
            <p:ph type="title" hasCustomPrompt="1"/>
          </p:nvPr>
        </p:nvSpPr>
        <p:spPr>
          <a:xfrm>
            <a:off x="7192564" y="2434858"/>
            <a:ext cx="3439931" cy="994143"/>
          </a:xfrm>
        </p:spPr>
        <p:txBody>
          <a:bodyPr/>
          <a:lstStyle>
            <a:lvl1pPr>
              <a:lnSpc>
                <a:spcPct val="100000"/>
              </a:lnSpc>
              <a:defRPr sz="2600">
                <a:solidFill>
                  <a:schemeClr val="tx1"/>
                </a:solidFill>
              </a:defRPr>
            </a:lvl1pPr>
          </a:lstStyle>
          <a:p>
            <a:r>
              <a:rPr lang="en-US"/>
              <a:t>Offset Photo Blocks Slide</a:t>
            </a:r>
          </a:p>
        </p:txBody>
      </p:sp>
      <p:sp>
        <p:nvSpPr>
          <p:cNvPr id="13" name="Text Placeholder 9">
            <a:extLst>
              <a:ext uri="{FF2B5EF4-FFF2-40B4-BE49-F238E27FC236}">
                <a16:creationId xmlns:a16="http://schemas.microsoft.com/office/drawing/2014/main" id="{0BADCE4A-ED67-825E-DAAA-7AD76AE30E4D}"/>
              </a:ext>
            </a:extLst>
          </p:cNvPr>
          <p:cNvSpPr>
            <a:spLocks noGrp="1"/>
          </p:cNvSpPr>
          <p:nvPr>
            <p:ph type="body" sz="quarter" idx="12" hasCustomPrompt="1"/>
          </p:nvPr>
        </p:nvSpPr>
        <p:spPr>
          <a:xfrm>
            <a:off x="7192564" y="2062086"/>
            <a:ext cx="3439931" cy="198987"/>
          </a:xfrm>
          <a:prstGeom prst="rect">
            <a:avLst/>
          </a:prstGeom>
        </p:spPr>
        <p:txBody>
          <a:bodyPr/>
          <a:lstStyle>
            <a:lvl1pPr marL="0" indent="0">
              <a:lnSpc>
                <a:spcPct val="100000"/>
              </a:lnSpc>
              <a:buNone/>
              <a:defRPr sz="1400" b="0" i="0" cap="all" spc="200" baseline="0">
                <a:solidFill>
                  <a:schemeClr val="tx2"/>
                </a:solidFill>
                <a:latin typeface="Roboto Medium" panose="02000000000000000000" pitchFamily="2" charset="0"/>
                <a:ea typeface="Roboto Medium" panose="02000000000000000000" pitchFamily="2" charset="0"/>
              </a:defRPr>
            </a:lvl1pPr>
          </a:lstStyle>
          <a:p>
            <a:pPr lvl="0"/>
            <a:r>
              <a:rPr lang="en-US"/>
              <a:t>SUBHEAD GOES HERE</a:t>
            </a:r>
          </a:p>
        </p:txBody>
      </p:sp>
      <p:sp>
        <p:nvSpPr>
          <p:cNvPr id="15" name="Text Placeholder 11">
            <a:extLst>
              <a:ext uri="{FF2B5EF4-FFF2-40B4-BE49-F238E27FC236}">
                <a16:creationId xmlns:a16="http://schemas.microsoft.com/office/drawing/2014/main" id="{46FD16CE-DA71-2332-DF01-27884E2C8E5B}"/>
              </a:ext>
            </a:extLst>
          </p:cNvPr>
          <p:cNvSpPr>
            <a:spLocks noGrp="1"/>
          </p:cNvSpPr>
          <p:nvPr>
            <p:ph type="body" sz="quarter" idx="14" hasCustomPrompt="1"/>
          </p:nvPr>
        </p:nvSpPr>
        <p:spPr>
          <a:xfrm>
            <a:off x="7192564" y="3691668"/>
            <a:ext cx="3439931" cy="2599405"/>
          </a:xfrm>
          <a:prstGeom prst="rect">
            <a:avLst/>
          </a:prstGeom>
        </p:spPr>
        <p:txBody>
          <a:bodyPr/>
          <a:lstStyle>
            <a:lvl1pPr marL="0" indent="0">
              <a:lnSpc>
                <a:spcPts val="2400"/>
              </a:lnSpc>
              <a:spcBef>
                <a:spcPts val="1200"/>
              </a:spcBef>
              <a:buNone/>
              <a:defRPr sz="1800">
                <a:solidFill>
                  <a:srgbClr val="191919"/>
                </a:solidFill>
              </a:defRPr>
            </a:lvl1pPr>
          </a:lstStyle>
          <a:p>
            <a:pPr lvl="0"/>
            <a:r>
              <a:rPr lang="en-US"/>
              <a:t>To replace an image, right click on the image, select “Change Picture”, then choose from a file on your device, or “From Clipboard” to paste in a copied image.</a:t>
            </a:r>
          </a:p>
        </p:txBody>
      </p:sp>
      <p:sp>
        <p:nvSpPr>
          <p:cNvPr id="9" name="Picture Placeholder 8">
            <a:extLst>
              <a:ext uri="{FF2B5EF4-FFF2-40B4-BE49-F238E27FC236}">
                <a16:creationId xmlns:a16="http://schemas.microsoft.com/office/drawing/2014/main" id="{C1CFA61D-D329-4095-A959-9F79D942C5A2}"/>
              </a:ext>
            </a:extLst>
          </p:cNvPr>
          <p:cNvSpPr>
            <a:spLocks noGrp="1"/>
          </p:cNvSpPr>
          <p:nvPr>
            <p:ph type="pic" sz="quarter" idx="10"/>
          </p:nvPr>
        </p:nvSpPr>
        <p:spPr>
          <a:xfrm>
            <a:off x="3073402" y="2"/>
            <a:ext cx="2825044" cy="2959098"/>
          </a:xfrm>
          <a:custGeom>
            <a:avLst/>
            <a:gdLst>
              <a:gd name="connsiteX0" fmla="*/ 0 w 2825043"/>
              <a:gd name="connsiteY0" fmla="*/ 0 h 2959098"/>
              <a:gd name="connsiteX1" fmla="*/ 2825043 w 2825043"/>
              <a:gd name="connsiteY1" fmla="*/ 0 h 2959098"/>
              <a:gd name="connsiteX2" fmla="*/ 2825043 w 2825043"/>
              <a:gd name="connsiteY2" fmla="*/ 2959098 h 2959098"/>
              <a:gd name="connsiteX3" fmla="*/ 0 w 2825043"/>
              <a:gd name="connsiteY3" fmla="*/ 2959098 h 2959098"/>
            </a:gdLst>
            <a:ahLst/>
            <a:cxnLst>
              <a:cxn ang="0">
                <a:pos x="connsiteX0" y="connsiteY0"/>
              </a:cxn>
              <a:cxn ang="0">
                <a:pos x="connsiteX1" y="connsiteY1"/>
              </a:cxn>
              <a:cxn ang="0">
                <a:pos x="connsiteX2" y="connsiteY2"/>
              </a:cxn>
              <a:cxn ang="0">
                <a:pos x="connsiteX3" y="connsiteY3"/>
              </a:cxn>
            </a:cxnLst>
            <a:rect l="l" t="t" r="r" b="b"/>
            <a:pathLst>
              <a:path w="2825043" h="2959098">
                <a:moveTo>
                  <a:pt x="0" y="0"/>
                </a:moveTo>
                <a:lnTo>
                  <a:pt x="2825043" y="0"/>
                </a:lnTo>
                <a:lnTo>
                  <a:pt x="2825043" y="2959098"/>
                </a:lnTo>
                <a:lnTo>
                  <a:pt x="0" y="2959098"/>
                </a:lnTo>
                <a:close/>
              </a:path>
            </a:pathLst>
          </a:custGeom>
          <a:pattFill prst="pct5">
            <a:fgClr>
              <a:schemeClr val="accent1"/>
            </a:fgClr>
            <a:bgClr>
              <a:schemeClr val="bg1"/>
            </a:bgClr>
          </a:pattFill>
        </p:spPr>
        <p:txBody>
          <a:bodyPr wrap="square">
            <a:noAutofit/>
          </a:bodyPr>
          <a:lstStyle>
            <a:lvl1pPr>
              <a:defRPr sz="1200"/>
            </a:lvl1pPr>
          </a:lstStyle>
          <a:p>
            <a:r>
              <a:rPr lang="en-US"/>
              <a:t>Click icon to add picture</a:t>
            </a:r>
          </a:p>
        </p:txBody>
      </p:sp>
      <p:sp>
        <p:nvSpPr>
          <p:cNvPr id="11" name="Picture Placeholder 10">
            <a:extLst>
              <a:ext uri="{FF2B5EF4-FFF2-40B4-BE49-F238E27FC236}">
                <a16:creationId xmlns:a16="http://schemas.microsoft.com/office/drawing/2014/main" id="{15AA0D04-32DF-4390-AE23-741419059C43}"/>
              </a:ext>
            </a:extLst>
          </p:cNvPr>
          <p:cNvSpPr>
            <a:spLocks noGrp="1"/>
          </p:cNvSpPr>
          <p:nvPr>
            <p:ph type="pic" sz="quarter" idx="11"/>
          </p:nvPr>
        </p:nvSpPr>
        <p:spPr>
          <a:xfrm>
            <a:off x="0" y="2959100"/>
            <a:ext cx="3073401" cy="3898900"/>
          </a:xfrm>
          <a:custGeom>
            <a:avLst/>
            <a:gdLst>
              <a:gd name="connsiteX0" fmla="*/ 0 w 3073400"/>
              <a:gd name="connsiteY0" fmla="*/ 0 h 3898900"/>
              <a:gd name="connsiteX1" fmla="*/ 3073400 w 3073400"/>
              <a:gd name="connsiteY1" fmla="*/ 0 h 3898900"/>
              <a:gd name="connsiteX2" fmla="*/ 3073400 w 3073400"/>
              <a:gd name="connsiteY2" fmla="*/ 3898900 h 3898900"/>
              <a:gd name="connsiteX3" fmla="*/ 0 w 3073400"/>
              <a:gd name="connsiteY3" fmla="*/ 3898900 h 3898900"/>
            </a:gdLst>
            <a:ahLst/>
            <a:cxnLst>
              <a:cxn ang="0">
                <a:pos x="connsiteX0" y="connsiteY0"/>
              </a:cxn>
              <a:cxn ang="0">
                <a:pos x="connsiteX1" y="connsiteY1"/>
              </a:cxn>
              <a:cxn ang="0">
                <a:pos x="connsiteX2" y="connsiteY2"/>
              </a:cxn>
              <a:cxn ang="0">
                <a:pos x="connsiteX3" y="connsiteY3"/>
              </a:cxn>
            </a:cxnLst>
            <a:rect l="l" t="t" r="r" b="b"/>
            <a:pathLst>
              <a:path w="3073400" h="3898900">
                <a:moveTo>
                  <a:pt x="0" y="0"/>
                </a:moveTo>
                <a:lnTo>
                  <a:pt x="3073400" y="0"/>
                </a:lnTo>
                <a:lnTo>
                  <a:pt x="3073400" y="3898900"/>
                </a:lnTo>
                <a:lnTo>
                  <a:pt x="0" y="3898900"/>
                </a:lnTo>
                <a:close/>
              </a:path>
            </a:pathLst>
          </a:custGeom>
          <a:pattFill prst="pct5">
            <a:fgClr>
              <a:schemeClr val="accent1"/>
            </a:fgClr>
            <a:bgClr>
              <a:schemeClr val="bg1"/>
            </a:bgClr>
          </a:pattFill>
        </p:spPr>
        <p:txBody>
          <a:bodyPr wrap="square">
            <a:noAutofit/>
          </a:bodyPr>
          <a:lstStyle>
            <a:lvl1pPr>
              <a:defRPr sz="1200"/>
            </a:lvl1pPr>
          </a:lstStyle>
          <a:p>
            <a:r>
              <a:rPr lang="en-US"/>
              <a:t>Click icon to add picture</a:t>
            </a:r>
          </a:p>
        </p:txBody>
      </p:sp>
      <p:sp>
        <p:nvSpPr>
          <p:cNvPr id="3" name="Rectangle 2">
            <a:extLst>
              <a:ext uri="{FF2B5EF4-FFF2-40B4-BE49-F238E27FC236}">
                <a16:creationId xmlns:a16="http://schemas.microsoft.com/office/drawing/2014/main" id="{7092EE61-2522-6D29-93AF-9DFE5CF51E8F}"/>
              </a:ext>
              <a:ext uri="{C183D7F6-B498-43B3-948B-1728B52AA6E4}">
                <adec:decorative xmlns:adec="http://schemas.microsoft.com/office/drawing/2017/decorative" val="1"/>
              </a:ext>
            </a:extLst>
          </p:cNvPr>
          <p:cNvSpPr/>
          <p:nvPr/>
        </p:nvSpPr>
        <p:spPr>
          <a:xfrm>
            <a:off x="0" y="0"/>
            <a:ext cx="3073401" cy="2959100"/>
          </a:xfrm>
          <a:prstGeom prst="rect">
            <a:avLst/>
          </a:prstGeom>
          <a:solidFill>
            <a:schemeClr val="accent2">
              <a:lumMod val="20000"/>
              <a:lumOff val="80000"/>
              <a:alpha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2" name="Rectangle 1">
            <a:extLst>
              <a:ext uri="{FF2B5EF4-FFF2-40B4-BE49-F238E27FC236}">
                <a16:creationId xmlns:a16="http://schemas.microsoft.com/office/drawing/2014/main" id="{22C78B0D-4926-DD9B-4ED5-81365A939A07}"/>
              </a:ext>
              <a:ext uri="{C183D7F6-B498-43B3-948B-1728B52AA6E4}">
                <adec:decorative xmlns:adec="http://schemas.microsoft.com/office/drawing/2017/decorative" val="1"/>
              </a:ext>
            </a:extLst>
          </p:cNvPr>
          <p:cNvSpPr/>
          <p:nvPr/>
        </p:nvSpPr>
        <p:spPr>
          <a:xfrm>
            <a:off x="3073402" y="2959100"/>
            <a:ext cx="2825044" cy="38989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4" name="Rectangle 3">
            <a:extLst>
              <a:ext uri="{FF2B5EF4-FFF2-40B4-BE49-F238E27FC236}">
                <a16:creationId xmlns:a16="http://schemas.microsoft.com/office/drawing/2014/main" id="{ED7CC2D6-3FC0-B1EA-6936-5E25EE96DBA2}"/>
              </a:ext>
              <a:ext uri="{C183D7F6-B498-43B3-948B-1728B52AA6E4}">
                <adec:decorative xmlns:adec="http://schemas.microsoft.com/office/drawing/2017/decorative" val="1"/>
              </a:ext>
            </a:extLst>
          </p:cNvPr>
          <p:cNvSpPr/>
          <p:nvPr userDrawn="1"/>
        </p:nvSpPr>
        <p:spPr>
          <a:xfrm>
            <a:off x="0" y="0"/>
            <a:ext cx="3073401" cy="2959100"/>
          </a:xfrm>
          <a:prstGeom prst="rect">
            <a:avLst/>
          </a:prstGeom>
          <a:solidFill>
            <a:schemeClr val="accent2">
              <a:lumMod val="20000"/>
              <a:lumOff val="80000"/>
              <a:alpha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5" name="Rectangle 4">
            <a:extLst>
              <a:ext uri="{FF2B5EF4-FFF2-40B4-BE49-F238E27FC236}">
                <a16:creationId xmlns:a16="http://schemas.microsoft.com/office/drawing/2014/main" id="{F3D2AAED-E322-2C91-E853-D1B33E48DF39}"/>
              </a:ext>
              <a:ext uri="{C183D7F6-B498-43B3-948B-1728B52AA6E4}">
                <adec:decorative xmlns:adec="http://schemas.microsoft.com/office/drawing/2017/decorative" val="1"/>
              </a:ext>
            </a:extLst>
          </p:cNvPr>
          <p:cNvSpPr/>
          <p:nvPr userDrawn="1"/>
        </p:nvSpPr>
        <p:spPr>
          <a:xfrm>
            <a:off x="3073402" y="2959100"/>
            <a:ext cx="2825044" cy="38989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Tree>
    <p:extLst>
      <p:ext uri="{BB962C8B-B14F-4D97-AF65-F5344CB8AC3E}">
        <p14:creationId xmlns:p14="http://schemas.microsoft.com/office/powerpoint/2010/main" val="2926442149"/>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2Photos_TopBottom">
    <p:spTree>
      <p:nvGrpSpPr>
        <p:cNvPr id="1" name=""/>
        <p:cNvGrpSpPr/>
        <p:nvPr/>
      </p:nvGrpSpPr>
      <p:grpSpPr>
        <a:xfrm>
          <a:off x="0" y="0"/>
          <a:ext cx="0" cy="0"/>
          <a:chOff x="0" y="0"/>
          <a:chExt cx="0" cy="0"/>
        </a:xfrm>
      </p:grpSpPr>
      <p:sp>
        <p:nvSpPr>
          <p:cNvPr id="10" name="Title 7">
            <a:extLst>
              <a:ext uri="{FF2B5EF4-FFF2-40B4-BE49-F238E27FC236}">
                <a16:creationId xmlns:a16="http://schemas.microsoft.com/office/drawing/2014/main" id="{F9CD9484-699A-3878-4635-5F00F1696BE7}"/>
              </a:ext>
            </a:extLst>
          </p:cNvPr>
          <p:cNvSpPr>
            <a:spLocks noGrp="1"/>
          </p:cNvSpPr>
          <p:nvPr>
            <p:ph type="title" hasCustomPrompt="1"/>
          </p:nvPr>
        </p:nvSpPr>
        <p:spPr>
          <a:xfrm>
            <a:off x="2086777" y="3023895"/>
            <a:ext cx="2791748" cy="1138561"/>
          </a:xfrm>
        </p:spPr>
        <p:txBody>
          <a:bodyPr anchor="t"/>
          <a:lstStyle>
            <a:lvl1pPr>
              <a:lnSpc>
                <a:spcPct val="100000"/>
              </a:lnSpc>
              <a:defRPr sz="2800">
                <a:solidFill>
                  <a:schemeClr val="tx1"/>
                </a:solidFill>
              </a:defRPr>
            </a:lvl1pPr>
          </a:lstStyle>
          <a:p>
            <a:r>
              <a:rPr lang="en-US"/>
              <a:t>Two Photos Top and Bottom Slide</a:t>
            </a:r>
          </a:p>
        </p:txBody>
      </p:sp>
      <p:sp>
        <p:nvSpPr>
          <p:cNvPr id="9" name="Text Placeholder 9">
            <a:extLst>
              <a:ext uri="{FF2B5EF4-FFF2-40B4-BE49-F238E27FC236}">
                <a16:creationId xmlns:a16="http://schemas.microsoft.com/office/drawing/2014/main" id="{078D2D89-0464-310F-254F-3E074AA3F57C}"/>
              </a:ext>
            </a:extLst>
          </p:cNvPr>
          <p:cNvSpPr>
            <a:spLocks noGrp="1"/>
          </p:cNvSpPr>
          <p:nvPr>
            <p:ph type="body" sz="quarter" idx="13" hasCustomPrompt="1"/>
          </p:nvPr>
        </p:nvSpPr>
        <p:spPr>
          <a:xfrm>
            <a:off x="2086777" y="2696051"/>
            <a:ext cx="2791748" cy="247310"/>
          </a:xfrm>
          <a:prstGeom prst="rect">
            <a:avLst/>
          </a:prstGeom>
        </p:spPr>
        <p:txBody>
          <a:bodyPr anchor="b"/>
          <a:lstStyle>
            <a:lvl1pPr marL="0" indent="0">
              <a:lnSpc>
                <a:spcPct val="100000"/>
              </a:lnSpc>
              <a:buNone/>
              <a:defRPr sz="1800" b="0" i="0" cap="all" spc="200" baseline="0">
                <a:solidFill>
                  <a:schemeClr val="tx2"/>
                </a:solidFill>
                <a:latin typeface="Roboto Medium" panose="02000000000000000000" pitchFamily="2" charset="0"/>
                <a:ea typeface="Roboto Medium" panose="02000000000000000000" pitchFamily="2" charset="0"/>
              </a:defRPr>
            </a:lvl1pPr>
          </a:lstStyle>
          <a:p>
            <a:pPr lvl="0"/>
            <a:r>
              <a:rPr lang="en-US"/>
              <a:t>SUBHEAD GOES HERE</a:t>
            </a:r>
          </a:p>
        </p:txBody>
      </p:sp>
      <p:sp>
        <p:nvSpPr>
          <p:cNvPr id="12" name="Text Placeholder 11">
            <a:extLst>
              <a:ext uri="{FF2B5EF4-FFF2-40B4-BE49-F238E27FC236}">
                <a16:creationId xmlns:a16="http://schemas.microsoft.com/office/drawing/2014/main" id="{4BBFE934-9A2B-9BF5-44A4-11DCF2AADB13}"/>
              </a:ext>
            </a:extLst>
          </p:cNvPr>
          <p:cNvSpPr>
            <a:spLocks noGrp="1"/>
          </p:cNvSpPr>
          <p:nvPr>
            <p:ph type="body" sz="quarter" idx="15" hasCustomPrompt="1"/>
          </p:nvPr>
        </p:nvSpPr>
        <p:spPr>
          <a:xfrm>
            <a:off x="5241198" y="2620025"/>
            <a:ext cx="4412203" cy="325897"/>
          </a:xfrm>
          <a:prstGeom prst="rect">
            <a:avLst/>
          </a:prstGeom>
        </p:spPr>
        <p:txBody>
          <a:bodyPr anchor="b"/>
          <a:lstStyle>
            <a:lvl1pPr marL="0" indent="0" algn="just" defTabSz="914400" rtl="0" eaLnBrk="1" latinLnBrk="0" hangingPunct="1">
              <a:lnSpc>
                <a:spcPct val="130000"/>
              </a:lnSpc>
              <a:spcBef>
                <a:spcPts val="1200"/>
              </a:spcBef>
              <a:buNone/>
              <a:defRPr lang="en-US" sz="1800" b="1" kern="1200" dirty="0">
                <a:solidFill>
                  <a:schemeClr val="tx1"/>
                </a:solidFill>
                <a:latin typeface="Roboto" panose="02000000000000000000" pitchFamily="2" charset="0"/>
                <a:ea typeface="Roboto" panose="02000000000000000000" pitchFamily="2" charset="0"/>
                <a:cs typeface="Poppins Medium" panose="00000600000000000000" pitchFamily="2" charset="0"/>
              </a:defRPr>
            </a:lvl1pPr>
          </a:lstStyle>
          <a:p>
            <a:pPr lvl="0"/>
            <a:r>
              <a:rPr lang="en-US"/>
              <a:t>Subtitle Goes Here</a:t>
            </a:r>
          </a:p>
        </p:txBody>
      </p:sp>
      <p:sp>
        <p:nvSpPr>
          <p:cNvPr id="13" name="Text Placeholder 11">
            <a:extLst>
              <a:ext uri="{FF2B5EF4-FFF2-40B4-BE49-F238E27FC236}">
                <a16:creationId xmlns:a16="http://schemas.microsoft.com/office/drawing/2014/main" id="{341218EB-3CFB-B361-9B0F-23BCE845E62C}"/>
              </a:ext>
            </a:extLst>
          </p:cNvPr>
          <p:cNvSpPr>
            <a:spLocks noGrp="1"/>
          </p:cNvSpPr>
          <p:nvPr>
            <p:ph type="body" sz="quarter" idx="14" hasCustomPrompt="1"/>
          </p:nvPr>
        </p:nvSpPr>
        <p:spPr>
          <a:xfrm>
            <a:off x="5241197" y="3023894"/>
            <a:ext cx="4993628" cy="1808958"/>
          </a:xfrm>
          <a:prstGeom prst="rect">
            <a:avLst/>
          </a:prstGeom>
        </p:spPr>
        <p:txBody>
          <a:bodyPr/>
          <a:lstStyle>
            <a:lvl1pPr marL="0" indent="0">
              <a:lnSpc>
                <a:spcPts val="2400"/>
              </a:lnSpc>
              <a:spcBef>
                <a:spcPts val="1200"/>
              </a:spcBef>
              <a:buNone/>
              <a:defRPr sz="1800">
                <a:solidFill>
                  <a:srgbClr val="191919"/>
                </a:solidFill>
              </a:defRPr>
            </a:lvl1pPr>
          </a:lstStyle>
          <a:p>
            <a:pPr lvl="0"/>
            <a:r>
              <a:rPr lang="en-US"/>
              <a:t>To replace an image, right click on the image, select “Change Picture”, then choose from a file on your device, or “From Clipboard” to paste in a copied image.</a:t>
            </a:r>
          </a:p>
        </p:txBody>
      </p:sp>
      <p:sp>
        <p:nvSpPr>
          <p:cNvPr id="6" name="Picture Placeholder 5">
            <a:extLst>
              <a:ext uri="{FF2B5EF4-FFF2-40B4-BE49-F238E27FC236}">
                <a16:creationId xmlns:a16="http://schemas.microsoft.com/office/drawing/2014/main" id="{960DCEAC-4405-E214-33D5-46A53032D082}"/>
              </a:ext>
            </a:extLst>
          </p:cNvPr>
          <p:cNvSpPr>
            <a:spLocks noGrp="1"/>
          </p:cNvSpPr>
          <p:nvPr>
            <p:ph type="pic" sz="quarter" idx="12"/>
          </p:nvPr>
        </p:nvSpPr>
        <p:spPr>
          <a:xfrm>
            <a:off x="2006602" y="-2"/>
            <a:ext cx="8178800" cy="1892808"/>
          </a:xfrm>
          <a:custGeom>
            <a:avLst/>
            <a:gdLst>
              <a:gd name="connsiteX0" fmla="*/ 0 w 8178800"/>
              <a:gd name="connsiteY0" fmla="*/ 0 h 1892808"/>
              <a:gd name="connsiteX1" fmla="*/ 8178800 w 8178800"/>
              <a:gd name="connsiteY1" fmla="*/ 0 h 1892808"/>
              <a:gd name="connsiteX2" fmla="*/ 8178800 w 8178800"/>
              <a:gd name="connsiteY2" fmla="*/ 110200 h 1892808"/>
              <a:gd name="connsiteX3" fmla="*/ 8178800 w 8178800"/>
              <a:gd name="connsiteY3" fmla="*/ 942393 h 1892808"/>
              <a:gd name="connsiteX4" fmla="*/ 8178800 w 8178800"/>
              <a:gd name="connsiteY4" fmla="*/ 1587453 h 1892808"/>
              <a:gd name="connsiteX5" fmla="*/ 7873445 w 8178800"/>
              <a:gd name="connsiteY5" fmla="*/ 1892808 h 1892808"/>
              <a:gd name="connsiteX6" fmla="*/ 305355 w 8178800"/>
              <a:gd name="connsiteY6" fmla="*/ 1892808 h 1892808"/>
              <a:gd name="connsiteX7" fmla="*/ 0 w 8178800"/>
              <a:gd name="connsiteY7" fmla="*/ 1587453 h 1892808"/>
              <a:gd name="connsiteX8" fmla="*/ 0 w 8178800"/>
              <a:gd name="connsiteY8" fmla="*/ 942393 h 1892808"/>
              <a:gd name="connsiteX9" fmla="*/ 0 w 8178800"/>
              <a:gd name="connsiteY9" fmla="*/ 110200 h 18928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178800" h="1892808">
                <a:moveTo>
                  <a:pt x="0" y="0"/>
                </a:moveTo>
                <a:lnTo>
                  <a:pt x="8178800" y="0"/>
                </a:lnTo>
                <a:lnTo>
                  <a:pt x="8178800" y="110200"/>
                </a:lnTo>
                <a:lnTo>
                  <a:pt x="8178800" y="942393"/>
                </a:lnTo>
                <a:lnTo>
                  <a:pt x="8178800" y="1587453"/>
                </a:lnTo>
                <a:cubicBezTo>
                  <a:pt x="8178800" y="1756096"/>
                  <a:pt x="8042088" y="1892808"/>
                  <a:pt x="7873445" y="1892808"/>
                </a:cubicBezTo>
                <a:lnTo>
                  <a:pt x="305355" y="1892808"/>
                </a:lnTo>
                <a:cubicBezTo>
                  <a:pt x="136712" y="1892808"/>
                  <a:pt x="0" y="1756096"/>
                  <a:pt x="0" y="1587453"/>
                </a:cubicBezTo>
                <a:lnTo>
                  <a:pt x="0" y="942393"/>
                </a:lnTo>
                <a:lnTo>
                  <a:pt x="0" y="110200"/>
                </a:lnTo>
                <a:close/>
              </a:path>
            </a:pathLst>
          </a:custGeom>
          <a:pattFill prst="pct5">
            <a:fgClr>
              <a:schemeClr val="accent1"/>
            </a:fgClr>
            <a:bgClr>
              <a:schemeClr val="bg1"/>
            </a:bgClr>
          </a:pattFill>
        </p:spPr>
        <p:txBody>
          <a:bodyPr wrap="square">
            <a:noAutofit/>
          </a:bodyPr>
          <a:lstStyle>
            <a:lvl1pPr>
              <a:defRPr sz="1200"/>
            </a:lvl1pPr>
          </a:lstStyle>
          <a:p>
            <a:r>
              <a:rPr lang="en-US"/>
              <a:t>Click icon to add picture</a:t>
            </a:r>
          </a:p>
        </p:txBody>
      </p:sp>
      <p:sp>
        <p:nvSpPr>
          <p:cNvPr id="8" name="Picture Placeholder 7">
            <a:extLst>
              <a:ext uri="{FF2B5EF4-FFF2-40B4-BE49-F238E27FC236}">
                <a16:creationId xmlns:a16="http://schemas.microsoft.com/office/drawing/2014/main" id="{8DFD71C9-058E-3926-4F69-A13B916DA395}"/>
              </a:ext>
            </a:extLst>
          </p:cNvPr>
          <p:cNvSpPr>
            <a:spLocks noGrp="1"/>
          </p:cNvSpPr>
          <p:nvPr>
            <p:ph type="pic" sz="quarter" idx="11"/>
          </p:nvPr>
        </p:nvSpPr>
        <p:spPr>
          <a:xfrm>
            <a:off x="2006602" y="4965700"/>
            <a:ext cx="8178800" cy="1892300"/>
          </a:xfrm>
          <a:custGeom>
            <a:avLst/>
            <a:gdLst>
              <a:gd name="connsiteX0" fmla="*/ 300345 w 8178800"/>
              <a:gd name="connsiteY0" fmla="*/ 0 h 1892300"/>
              <a:gd name="connsiteX1" fmla="*/ 7878455 w 8178800"/>
              <a:gd name="connsiteY1" fmla="*/ 0 h 1892300"/>
              <a:gd name="connsiteX2" fmla="*/ 7934985 w 8178800"/>
              <a:gd name="connsiteY2" fmla="*/ 5699 h 1892300"/>
              <a:gd name="connsiteX3" fmla="*/ 8178800 w 8178800"/>
              <a:gd name="connsiteY3" fmla="*/ 304850 h 1892300"/>
              <a:gd name="connsiteX4" fmla="*/ 8178800 w 8178800"/>
              <a:gd name="connsiteY4" fmla="*/ 1892300 h 1892300"/>
              <a:gd name="connsiteX5" fmla="*/ 0 w 8178800"/>
              <a:gd name="connsiteY5" fmla="*/ 1892300 h 1892300"/>
              <a:gd name="connsiteX6" fmla="*/ 0 w 8178800"/>
              <a:gd name="connsiteY6" fmla="*/ 304850 h 1892300"/>
              <a:gd name="connsiteX7" fmla="*/ 243815 w 8178800"/>
              <a:gd name="connsiteY7" fmla="*/ 5699 h 1892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178800" h="1892300">
                <a:moveTo>
                  <a:pt x="300345" y="0"/>
                </a:moveTo>
                <a:lnTo>
                  <a:pt x="7878455" y="0"/>
                </a:lnTo>
                <a:lnTo>
                  <a:pt x="7934985" y="5699"/>
                </a:lnTo>
                <a:cubicBezTo>
                  <a:pt x="8074130" y="34172"/>
                  <a:pt x="8178800" y="157288"/>
                  <a:pt x="8178800" y="304850"/>
                </a:cubicBezTo>
                <a:lnTo>
                  <a:pt x="8178800" y="1892300"/>
                </a:lnTo>
                <a:lnTo>
                  <a:pt x="0" y="1892300"/>
                </a:lnTo>
                <a:lnTo>
                  <a:pt x="0" y="304850"/>
                </a:lnTo>
                <a:cubicBezTo>
                  <a:pt x="0" y="157288"/>
                  <a:pt x="104670" y="34172"/>
                  <a:pt x="243815" y="5699"/>
                </a:cubicBezTo>
                <a:close/>
              </a:path>
            </a:pathLst>
          </a:custGeom>
          <a:pattFill prst="pct5">
            <a:fgClr>
              <a:schemeClr val="accent1"/>
            </a:fgClr>
            <a:bgClr>
              <a:schemeClr val="bg1"/>
            </a:bgClr>
          </a:pattFill>
        </p:spPr>
        <p:txBody>
          <a:bodyPr wrap="square">
            <a:noAutofit/>
          </a:bodyPr>
          <a:lstStyle>
            <a:lvl1pPr>
              <a:defRPr sz="1200"/>
            </a:lvl1pPr>
          </a:lstStyle>
          <a:p>
            <a:r>
              <a:rPr lang="en-US"/>
              <a:t>Click icon to add picture</a:t>
            </a:r>
          </a:p>
        </p:txBody>
      </p:sp>
    </p:spTree>
    <p:extLst>
      <p:ext uri="{BB962C8B-B14F-4D97-AF65-F5344CB8AC3E}">
        <p14:creationId xmlns:p14="http://schemas.microsoft.com/office/powerpoint/2010/main" val="3090593669"/>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Presenters_1">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2B047849-E12B-FE34-4C1F-F47EA0BC7317}"/>
              </a:ext>
              <a:ext uri="{C183D7F6-B498-43B3-948B-1728B52AA6E4}">
                <adec:decorative xmlns:adec="http://schemas.microsoft.com/office/drawing/2017/decorative" val="1"/>
              </a:ext>
            </a:extLst>
          </p:cNvPr>
          <p:cNvSpPr/>
          <p:nvPr userDrawn="1"/>
        </p:nvSpPr>
        <p:spPr>
          <a:xfrm>
            <a:off x="0" y="4153989"/>
            <a:ext cx="12192000" cy="2704011"/>
          </a:xfrm>
          <a:prstGeom prst="rect">
            <a:avLst/>
          </a:prstGeom>
          <a:gradFill flip="none" rotWithShape="1">
            <a:gsLst>
              <a:gs pos="71000">
                <a:schemeClr val="tx1"/>
              </a:gs>
              <a:gs pos="0">
                <a:schemeClr val="tx2"/>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8" name="Title 17">
            <a:extLst>
              <a:ext uri="{FF2B5EF4-FFF2-40B4-BE49-F238E27FC236}">
                <a16:creationId xmlns:a16="http://schemas.microsoft.com/office/drawing/2014/main" id="{6913D93F-308C-31FC-2639-82A3393F6785}"/>
              </a:ext>
            </a:extLst>
          </p:cNvPr>
          <p:cNvSpPr>
            <a:spLocks noGrp="1"/>
          </p:cNvSpPr>
          <p:nvPr>
            <p:ph type="title" hasCustomPrompt="1"/>
          </p:nvPr>
        </p:nvSpPr>
        <p:spPr>
          <a:xfrm>
            <a:off x="838202" y="857222"/>
            <a:ext cx="10515600" cy="329302"/>
          </a:xfrm>
        </p:spPr>
        <p:txBody>
          <a:bodyPr/>
          <a:lstStyle>
            <a:lvl1pPr marL="0" algn="ctr" defTabSz="914400" rtl="0" eaLnBrk="1" latinLnBrk="0" hangingPunct="1">
              <a:defRPr lang="en-US" sz="2600" b="1" kern="1200" dirty="0">
                <a:solidFill>
                  <a:schemeClr val="tx1"/>
                </a:solidFill>
                <a:latin typeface="Roboto" panose="02000000000000000000" pitchFamily="2" charset="0"/>
                <a:ea typeface="Roboto" panose="02000000000000000000" pitchFamily="2" charset="0"/>
                <a:cs typeface="Poppins SemiBold" panose="00000700000000000000" pitchFamily="2" charset="0"/>
              </a:defRPr>
            </a:lvl1pPr>
          </a:lstStyle>
          <a:p>
            <a:r>
              <a:rPr lang="en-US"/>
              <a:t>Presenters/Team Name</a:t>
            </a:r>
          </a:p>
        </p:txBody>
      </p:sp>
      <p:sp>
        <p:nvSpPr>
          <p:cNvPr id="20" name="Text Placeholder 19">
            <a:extLst>
              <a:ext uri="{FF2B5EF4-FFF2-40B4-BE49-F238E27FC236}">
                <a16:creationId xmlns:a16="http://schemas.microsoft.com/office/drawing/2014/main" id="{7A80DE5E-9764-F59A-6089-C49594AEFD0C}"/>
              </a:ext>
            </a:extLst>
          </p:cNvPr>
          <p:cNvSpPr>
            <a:spLocks noGrp="1"/>
          </p:cNvSpPr>
          <p:nvPr>
            <p:ph type="body" sz="quarter" idx="13" hasCustomPrompt="1"/>
          </p:nvPr>
        </p:nvSpPr>
        <p:spPr>
          <a:xfrm>
            <a:off x="838202" y="1273272"/>
            <a:ext cx="10515600" cy="397290"/>
          </a:xfrm>
          <a:prstGeom prst="rect">
            <a:avLst/>
          </a:prstGeom>
        </p:spPr>
        <p:txBody>
          <a:bodyPr/>
          <a:lstStyle>
            <a:lvl1pPr marL="0" indent="0" algn="ctr" defTabSz="914400" rtl="0" eaLnBrk="1" latinLnBrk="0" hangingPunct="1">
              <a:lnSpc>
                <a:spcPct val="150000"/>
              </a:lnSpc>
              <a:buNone/>
              <a:defRPr lang="en-US" sz="1400" b="1" kern="1200" dirty="0">
                <a:solidFill>
                  <a:schemeClr val="tx2"/>
                </a:solidFill>
                <a:latin typeface="Nunito Sans Normal" pitchFamily="2" charset="77"/>
                <a:ea typeface="Roboto" panose="02000000000000000000" pitchFamily="2" charset="0"/>
                <a:cs typeface="Open Sans ExtraBold" panose="020B0606030504020204" pitchFamily="34" charset="0"/>
              </a:defRPr>
            </a:lvl1pPr>
          </a:lstStyle>
          <a:p>
            <a:pPr lvl="0"/>
            <a:r>
              <a:rPr lang="en-US"/>
              <a:t>MEETING TITLE</a:t>
            </a:r>
          </a:p>
        </p:txBody>
      </p:sp>
      <p:sp>
        <p:nvSpPr>
          <p:cNvPr id="10" name="Picture Placeholder 9">
            <a:extLst>
              <a:ext uri="{FF2B5EF4-FFF2-40B4-BE49-F238E27FC236}">
                <a16:creationId xmlns:a16="http://schemas.microsoft.com/office/drawing/2014/main" id="{D5673460-C3B9-4F0F-B9E9-5A1F484FFA39}"/>
              </a:ext>
            </a:extLst>
          </p:cNvPr>
          <p:cNvSpPr>
            <a:spLocks noGrp="1"/>
          </p:cNvSpPr>
          <p:nvPr>
            <p:ph type="pic" sz="quarter" idx="10"/>
          </p:nvPr>
        </p:nvSpPr>
        <p:spPr>
          <a:xfrm>
            <a:off x="1243610" y="2092031"/>
            <a:ext cx="2324100" cy="1765776"/>
          </a:xfrm>
          <a:custGeom>
            <a:avLst/>
            <a:gdLst>
              <a:gd name="connsiteX0" fmla="*/ 89507 w 2324100"/>
              <a:gd name="connsiteY0" fmla="*/ 0 h 1765776"/>
              <a:gd name="connsiteX1" fmla="*/ 2234593 w 2324100"/>
              <a:gd name="connsiteY1" fmla="*/ 0 h 1765776"/>
              <a:gd name="connsiteX2" fmla="*/ 2324100 w 2324100"/>
              <a:gd name="connsiteY2" fmla="*/ 89507 h 1765776"/>
              <a:gd name="connsiteX3" fmla="*/ 2324100 w 2324100"/>
              <a:gd name="connsiteY3" fmla="*/ 1676269 h 1765776"/>
              <a:gd name="connsiteX4" fmla="*/ 2234593 w 2324100"/>
              <a:gd name="connsiteY4" fmla="*/ 1765776 h 1765776"/>
              <a:gd name="connsiteX5" fmla="*/ 89507 w 2324100"/>
              <a:gd name="connsiteY5" fmla="*/ 1765776 h 1765776"/>
              <a:gd name="connsiteX6" fmla="*/ 0 w 2324100"/>
              <a:gd name="connsiteY6" fmla="*/ 1676269 h 1765776"/>
              <a:gd name="connsiteX7" fmla="*/ 0 w 2324100"/>
              <a:gd name="connsiteY7" fmla="*/ 89507 h 1765776"/>
              <a:gd name="connsiteX8" fmla="*/ 89507 w 2324100"/>
              <a:gd name="connsiteY8" fmla="*/ 0 h 17657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324100" h="1765776">
                <a:moveTo>
                  <a:pt x="89507" y="0"/>
                </a:moveTo>
                <a:lnTo>
                  <a:pt x="2234593" y="0"/>
                </a:lnTo>
                <a:cubicBezTo>
                  <a:pt x="2284026" y="0"/>
                  <a:pt x="2324100" y="40074"/>
                  <a:pt x="2324100" y="89507"/>
                </a:cubicBezTo>
                <a:lnTo>
                  <a:pt x="2324100" y="1676269"/>
                </a:lnTo>
                <a:cubicBezTo>
                  <a:pt x="2324100" y="1725702"/>
                  <a:pt x="2284026" y="1765776"/>
                  <a:pt x="2234593" y="1765776"/>
                </a:cubicBezTo>
                <a:lnTo>
                  <a:pt x="89507" y="1765776"/>
                </a:lnTo>
                <a:cubicBezTo>
                  <a:pt x="40074" y="1765776"/>
                  <a:pt x="0" y="1725702"/>
                  <a:pt x="0" y="1676269"/>
                </a:cubicBezTo>
                <a:lnTo>
                  <a:pt x="0" y="89507"/>
                </a:lnTo>
                <a:cubicBezTo>
                  <a:pt x="0" y="40074"/>
                  <a:pt x="40074" y="0"/>
                  <a:pt x="89507" y="0"/>
                </a:cubicBezTo>
                <a:close/>
              </a:path>
            </a:pathLst>
          </a:custGeom>
          <a:pattFill prst="pct5">
            <a:fgClr>
              <a:schemeClr val="accent1"/>
            </a:fgClr>
            <a:bgClr>
              <a:schemeClr val="bg1"/>
            </a:bgClr>
          </a:pattFill>
        </p:spPr>
        <p:txBody>
          <a:bodyPr wrap="square">
            <a:noAutofit/>
          </a:bodyPr>
          <a:lstStyle>
            <a:lvl1pPr>
              <a:defRPr sz="1200"/>
            </a:lvl1pPr>
          </a:lstStyle>
          <a:p>
            <a:r>
              <a:rPr lang="en-US"/>
              <a:t>Click icon to add picture</a:t>
            </a:r>
          </a:p>
        </p:txBody>
      </p:sp>
      <p:sp>
        <p:nvSpPr>
          <p:cNvPr id="21" name="Text Placeholder 19">
            <a:extLst>
              <a:ext uri="{FF2B5EF4-FFF2-40B4-BE49-F238E27FC236}">
                <a16:creationId xmlns:a16="http://schemas.microsoft.com/office/drawing/2014/main" id="{725BC3F7-B85E-A2DF-084E-B8D14D9D7C21}"/>
              </a:ext>
            </a:extLst>
          </p:cNvPr>
          <p:cNvSpPr>
            <a:spLocks noGrp="1"/>
          </p:cNvSpPr>
          <p:nvPr>
            <p:ph type="body" sz="quarter" idx="14" hasCustomPrompt="1"/>
          </p:nvPr>
        </p:nvSpPr>
        <p:spPr>
          <a:xfrm>
            <a:off x="1243610" y="4533294"/>
            <a:ext cx="2324100" cy="402070"/>
          </a:xfrm>
          <a:prstGeom prst="rect">
            <a:avLst/>
          </a:prstGeom>
        </p:spPr>
        <p:txBody>
          <a:bodyPr/>
          <a:lstStyle>
            <a:lvl1pPr marL="0" indent="0" algn="ctr" defTabSz="914400" rtl="0" eaLnBrk="1" latinLnBrk="0" hangingPunct="1">
              <a:lnSpc>
                <a:spcPct val="150000"/>
              </a:lnSpc>
              <a:buNone/>
              <a:defRPr lang="en-US" sz="2000" b="1" kern="1200" dirty="0">
                <a:solidFill>
                  <a:schemeClr val="bg1"/>
                </a:solidFill>
                <a:latin typeface="Roboto" panose="02000000000000000000" pitchFamily="2" charset="0"/>
                <a:ea typeface="Roboto" panose="02000000000000000000" pitchFamily="2" charset="0"/>
                <a:cs typeface="Poppins SemiBold" panose="00000700000000000000" pitchFamily="2" charset="0"/>
              </a:defRPr>
            </a:lvl1pPr>
          </a:lstStyle>
          <a:p>
            <a:pPr lvl="0"/>
            <a:r>
              <a:rPr lang="en-US"/>
              <a:t>Name Goes Here</a:t>
            </a:r>
          </a:p>
        </p:txBody>
      </p:sp>
      <p:sp>
        <p:nvSpPr>
          <p:cNvPr id="22" name="Text Placeholder 19">
            <a:extLst>
              <a:ext uri="{FF2B5EF4-FFF2-40B4-BE49-F238E27FC236}">
                <a16:creationId xmlns:a16="http://schemas.microsoft.com/office/drawing/2014/main" id="{A4D89D93-F2F9-F4C9-446D-75A62D6F36E9}"/>
              </a:ext>
            </a:extLst>
          </p:cNvPr>
          <p:cNvSpPr>
            <a:spLocks noGrp="1"/>
          </p:cNvSpPr>
          <p:nvPr>
            <p:ph type="body" sz="quarter" idx="15" hasCustomPrompt="1"/>
          </p:nvPr>
        </p:nvSpPr>
        <p:spPr>
          <a:xfrm>
            <a:off x="1243610" y="4937519"/>
            <a:ext cx="2324100" cy="276999"/>
          </a:xfrm>
          <a:prstGeom prst="rect">
            <a:avLst/>
          </a:prstGeom>
        </p:spPr>
        <p:txBody>
          <a:bodyPr/>
          <a:lstStyle>
            <a:lvl1pPr marL="0" indent="0" algn="ctr" defTabSz="914400" rtl="0" eaLnBrk="1" latinLnBrk="0" hangingPunct="1">
              <a:lnSpc>
                <a:spcPct val="150000"/>
              </a:lnSpc>
              <a:buNone/>
              <a:defRPr lang="en-US" sz="1800" kern="1200" dirty="0">
                <a:solidFill>
                  <a:schemeClr val="bg1"/>
                </a:solidFill>
                <a:latin typeface="Roboto" panose="02000000000000000000" pitchFamily="2" charset="0"/>
                <a:ea typeface="Roboto" panose="02000000000000000000" pitchFamily="2" charset="0"/>
                <a:cs typeface="Poppins" panose="00000500000000000000" pitchFamily="2" charset="0"/>
              </a:defRPr>
            </a:lvl1pPr>
          </a:lstStyle>
          <a:p>
            <a:pPr lvl="0"/>
            <a:r>
              <a:rPr lang="en-US"/>
              <a:t>Job Title Goes Here</a:t>
            </a:r>
          </a:p>
        </p:txBody>
      </p:sp>
      <p:sp>
        <p:nvSpPr>
          <p:cNvPr id="23" name="Text Placeholder 19">
            <a:extLst>
              <a:ext uri="{FF2B5EF4-FFF2-40B4-BE49-F238E27FC236}">
                <a16:creationId xmlns:a16="http://schemas.microsoft.com/office/drawing/2014/main" id="{A261302B-2559-E40D-E24F-9861B5A4F610}"/>
              </a:ext>
            </a:extLst>
          </p:cNvPr>
          <p:cNvSpPr>
            <a:spLocks noGrp="1"/>
          </p:cNvSpPr>
          <p:nvPr>
            <p:ph type="body" sz="quarter" idx="16" hasCustomPrompt="1"/>
          </p:nvPr>
        </p:nvSpPr>
        <p:spPr>
          <a:xfrm>
            <a:off x="1052120" y="5419403"/>
            <a:ext cx="2707081" cy="959783"/>
          </a:xfrm>
          <a:prstGeom prst="rect">
            <a:avLst/>
          </a:prstGeom>
        </p:spPr>
        <p:txBody>
          <a:bodyPr/>
          <a:lstStyle>
            <a:lvl1pPr marL="0" indent="0" algn="ctr" defTabSz="914400" rtl="0" eaLnBrk="1" latinLnBrk="0" hangingPunct="1">
              <a:lnSpc>
                <a:spcPts val="2000"/>
              </a:lnSpc>
              <a:buNone/>
              <a:defRPr lang="en-US" sz="1800" kern="1200" dirty="0">
                <a:solidFill>
                  <a:schemeClr val="bg1"/>
                </a:solidFill>
                <a:latin typeface="Nunito Sans Normal" pitchFamily="2" charset="77"/>
                <a:ea typeface="Roboto" panose="02000000000000000000" pitchFamily="2" charset="0"/>
                <a:cs typeface="Open Sans Light" panose="020B0606030504020204" pitchFamily="34" charset="0"/>
              </a:defRPr>
            </a:lvl1pPr>
          </a:lstStyle>
          <a:p>
            <a:pPr lvl="0"/>
            <a:r>
              <a:rPr lang="en-US"/>
              <a:t>Descriptive text about presenter or team member can go here.</a:t>
            </a:r>
          </a:p>
        </p:txBody>
      </p:sp>
      <p:sp>
        <p:nvSpPr>
          <p:cNvPr id="11" name="Picture Placeholder 10">
            <a:extLst>
              <a:ext uri="{FF2B5EF4-FFF2-40B4-BE49-F238E27FC236}">
                <a16:creationId xmlns:a16="http://schemas.microsoft.com/office/drawing/2014/main" id="{D1D74894-97CA-4FEF-BC61-374B9AA4F8B2}"/>
              </a:ext>
            </a:extLst>
          </p:cNvPr>
          <p:cNvSpPr>
            <a:spLocks noGrp="1"/>
          </p:cNvSpPr>
          <p:nvPr>
            <p:ph type="pic" sz="quarter" idx="11"/>
          </p:nvPr>
        </p:nvSpPr>
        <p:spPr>
          <a:xfrm>
            <a:off x="4933950" y="2092031"/>
            <a:ext cx="2324100" cy="1765776"/>
          </a:xfrm>
          <a:custGeom>
            <a:avLst/>
            <a:gdLst>
              <a:gd name="connsiteX0" fmla="*/ 89507 w 2324100"/>
              <a:gd name="connsiteY0" fmla="*/ 0 h 1765776"/>
              <a:gd name="connsiteX1" fmla="*/ 2234593 w 2324100"/>
              <a:gd name="connsiteY1" fmla="*/ 0 h 1765776"/>
              <a:gd name="connsiteX2" fmla="*/ 2324100 w 2324100"/>
              <a:gd name="connsiteY2" fmla="*/ 89507 h 1765776"/>
              <a:gd name="connsiteX3" fmla="*/ 2324100 w 2324100"/>
              <a:gd name="connsiteY3" fmla="*/ 1676269 h 1765776"/>
              <a:gd name="connsiteX4" fmla="*/ 2234593 w 2324100"/>
              <a:gd name="connsiteY4" fmla="*/ 1765776 h 1765776"/>
              <a:gd name="connsiteX5" fmla="*/ 89507 w 2324100"/>
              <a:gd name="connsiteY5" fmla="*/ 1765776 h 1765776"/>
              <a:gd name="connsiteX6" fmla="*/ 0 w 2324100"/>
              <a:gd name="connsiteY6" fmla="*/ 1676269 h 1765776"/>
              <a:gd name="connsiteX7" fmla="*/ 0 w 2324100"/>
              <a:gd name="connsiteY7" fmla="*/ 89507 h 1765776"/>
              <a:gd name="connsiteX8" fmla="*/ 89507 w 2324100"/>
              <a:gd name="connsiteY8" fmla="*/ 0 h 17657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324100" h="1765776">
                <a:moveTo>
                  <a:pt x="89507" y="0"/>
                </a:moveTo>
                <a:lnTo>
                  <a:pt x="2234593" y="0"/>
                </a:lnTo>
                <a:cubicBezTo>
                  <a:pt x="2284026" y="0"/>
                  <a:pt x="2324100" y="40074"/>
                  <a:pt x="2324100" y="89507"/>
                </a:cubicBezTo>
                <a:lnTo>
                  <a:pt x="2324100" y="1676269"/>
                </a:lnTo>
                <a:cubicBezTo>
                  <a:pt x="2324100" y="1725702"/>
                  <a:pt x="2284026" y="1765776"/>
                  <a:pt x="2234593" y="1765776"/>
                </a:cubicBezTo>
                <a:lnTo>
                  <a:pt x="89507" y="1765776"/>
                </a:lnTo>
                <a:cubicBezTo>
                  <a:pt x="40074" y="1765776"/>
                  <a:pt x="0" y="1725702"/>
                  <a:pt x="0" y="1676269"/>
                </a:cubicBezTo>
                <a:lnTo>
                  <a:pt x="0" y="89507"/>
                </a:lnTo>
                <a:cubicBezTo>
                  <a:pt x="0" y="40074"/>
                  <a:pt x="40074" y="0"/>
                  <a:pt x="89507" y="0"/>
                </a:cubicBezTo>
                <a:close/>
              </a:path>
            </a:pathLst>
          </a:custGeom>
          <a:pattFill prst="pct5">
            <a:fgClr>
              <a:schemeClr val="accent1"/>
            </a:fgClr>
            <a:bgClr>
              <a:schemeClr val="bg1"/>
            </a:bgClr>
          </a:pattFill>
        </p:spPr>
        <p:txBody>
          <a:bodyPr wrap="square">
            <a:noAutofit/>
          </a:bodyPr>
          <a:lstStyle>
            <a:lvl1pPr>
              <a:defRPr sz="1200"/>
            </a:lvl1pPr>
          </a:lstStyle>
          <a:p>
            <a:r>
              <a:rPr lang="en-US"/>
              <a:t>Click icon to add picture</a:t>
            </a:r>
          </a:p>
        </p:txBody>
      </p:sp>
      <p:sp>
        <p:nvSpPr>
          <p:cNvPr id="24" name="Text Placeholder 19">
            <a:extLst>
              <a:ext uri="{FF2B5EF4-FFF2-40B4-BE49-F238E27FC236}">
                <a16:creationId xmlns:a16="http://schemas.microsoft.com/office/drawing/2014/main" id="{E044CF46-91DA-0E58-AAB1-5E1035E23CB8}"/>
              </a:ext>
            </a:extLst>
          </p:cNvPr>
          <p:cNvSpPr>
            <a:spLocks noGrp="1"/>
          </p:cNvSpPr>
          <p:nvPr>
            <p:ph type="body" sz="quarter" idx="17" hasCustomPrompt="1"/>
          </p:nvPr>
        </p:nvSpPr>
        <p:spPr>
          <a:xfrm>
            <a:off x="4935934" y="4533294"/>
            <a:ext cx="2324100" cy="402070"/>
          </a:xfrm>
          <a:prstGeom prst="rect">
            <a:avLst/>
          </a:prstGeom>
        </p:spPr>
        <p:txBody>
          <a:bodyPr/>
          <a:lstStyle>
            <a:lvl1pPr marL="0" indent="0" algn="ctr" defTabSz="914400" rtl="0" eaLnBrk="1" latinLnBrk="0" hangingPunct="1">
              <a:lnSpc>
                <a:spcPct val="150000"/>
              </a:lnSpc>
              <a:buNone/>
              <a:defRPr lang="en-US" sz="2000" b="1" kern="1200" dirty="0">
                <a:solidFill>
                  <a:schemeClr val="bg1"/>
                </a:solidFill>
                <a:latin typeface="Roboto" panose="02000000000000000000" pitchFamily="2" charset="0"/>
                <a:ea typeface="Roboto" panose="02000000000000000000" pitchFamily="2" charset="0"/>
                <a:cs typeface="Poppins SemiBold" panose="00000700000000000000" pitchFamily="2" charset="0"/>
              </a:defRPr>
            </a:lvl1pPr>
          </a:lstStyle>
          <a:p>
            <a:pPr lvl="0"/>
            <a:r>
              <a:rPr lang="en-US"/>
              <a:t>Name Goes Here</a:t>
            </a:r>
          </a:p>
        </p:txBody>
      </p:sp>
      <p:sp>
        <p:nvSpPr>
          <p:cNvPr id="25" name="Text Placeholder 19">
            <a:extLst>
              <a:ext uri="{FF2B5EF4-FFF2-40B4-BE49-F238E27FC236}">
                <a16:creationId xmlns:a16="http://schemas.microsoft.com/office/drawing/2014/main" id="{5B6B0DA9-2396-06ED-B0EF-F40FE8384B48}"/>
              </a:ext>
            </a:extLst>
          </p:cNvPr>
          <p:cNvSpPr>
            <a:spLocks noGrp="1"/>
          </p:cNvSpPr>
          <p:nvPr>
            <p:ph type="body" sz="quarter" idx="18" hasCustomPrompt="1"/>
          </p:nvPr>
        </p:nvSpPr>
        <p:spPr>
          <a:xfrm>
            <a:off x="4935934" y="4937519"/>
            <a:ext cx="2324100" cy="276999"/>
          </a:xfrm>
          <a:prstGeom prst="rect">
            <a:avLst/>
          </a:prstGeom>
        </p:spPr>
        <p:txBody>
          <a:bodyPr/>
          <a:lstStyle>
            <a:lvl1pPr marL="0" indent="0" algn="ctr" defTabSz="914400" rtl="0" eaLnBrk="1" latinLnBrk="0" hangingPunct="1">
              <a:lnSpc>
                <a:spcPct val="150000"/>
              </a:lnSpc>
              <a:buNone/>
              <a:defRPr lang="en-US" sz="1800" kern="1200" dirty="0">
                <a:solidFill>
                  <a:schemeClr val="bg1"/>
                </a:solidFill>
                <a:latin typeface="Roboto" panose="02000000000000000000" pitchFamily="2" charset="0"/>
                <a:ea typeface="Roboto" panose="02000000000000000000" pitchFamily="2" charset="0"/>
                <a:cs typeface="Poppins" panose="00000500000000000000" pitchFamily="2" charset="0"/>
              </a:defRPr>
            </a:lvl1pPr>
          </a:lstStyle>
          <a:p>
            <a:pPr lvl="0"/>
            <a:r>
              <a:rPr lang="en-US"/>
              <a:t>Job Title Goes Here</a:t>
            </a:r>
          </a:p>
        </p:txBody>
      </p:sp>
      <p:sp>
        <p:nvSpPr>
          <p:cNvPr id="26" name="Text Placeholder 19">
            <a:extLst>
              <a:ext uri="{FF2B5EF4-FFF2-40B4-BE49-F238E27FC236}">
                <a16:creationId xmlns:a16="http://schemas.microsoft.com/office/drawing/2014/main" id="{2FFB9FF7-0AB0-B604-0790-45E05B51B894}"/>
              </a:ext>
            </a:extLst>
          </p:cNvPr>
          <p:cNvSpPr>
            <a:spLocks noGrp="1"/>
          </p:cNvSpPr>
          <p:nvPr>
            <p:ph type="body" sz="quarter" idx="19" hasCustomPrompt="1"/>
          </p:nvPr>
        </p:nvSpPr>
        <p:spPr>
          <a:xfrm>
            <a:off x="4793682" y="5419403"/>
            <a:ext cx="2608604" cy="959783"/>
          </a:xfrm>
          <a:prstGeom prst="rect">
            <a:avLst/>
          </a:prstGeom>
        </p:spPr>
        <p:txBody>
          <a:bodyPr/>
          <a:lstStyle>
            <a:lvl1pPr marL="0" indent="0" algn="ctr" defTabSz="914400" rtl="0" eaLnBrk="1" latinLnBrk="0" hangingPunct="1">
              <a:lnSpc>
                <a:spcPts val="2000"/>
              </a:lnSpc>
              <a:buNone/>
              <a:defRPr lang="en-US" sz="1800" kern="1200" dirty="0">
                <a:solidFill>
                  <a:schemeClr val="bg1"/>
                </a:solidFill>
                <a:latin typeface="Nunito Sans Normal" pitchFamily="2" charset="77"/>
                <a:ea typeface="Roboto" panose="02000000000000000000" pitchFamily="2" charset="0"/>
                <a:cs typeface="Open Sans Light" panose="020B0606030504020204" pitchFamily="34" charset="0"/>
              </a:defRPr>
            </a:lvl1pPr>
          </a:lstStyle>
          <a:p>
            <a:pPr lvl="0"/>
            <a:r>
              <a:rPr lang="en-US"/>
              <a:t>Descriptive text about presenter or team member can go here.</a:t>
            </a:r>
          </a:p>
        </p:txBody>
      </p:sp>
      <p:sp>
        <p:nvSpPr>
          <p:cNvPr id="12" name="Picture Placeholder 11">
            <a:extLst>
              <a:ext uri="{FF2B5EF4-FFF2-40B4-BE49-F238E27FC236}">
                <a16:creationId xmlns:a16="http://schemas.microsoft.com/office/drawing/2014/main" id="{9928B37A-37C4-47F6-9A99-DE325C5469EC}"/>
              </a:ext>
            </a:extLst>
          </p:cNvPr>
          <p:cNvSpPr>
            <a:spLocks noGrp="1"/>
          </p:cNvSpPr>
          <p:nvPr>
            <p:ph type="pic" sz="quarter" idx="12"/>
          </p:nvPr>
        </p:nvSpPr>
        <p:spPr>
          <a:xfrm>
            <a:off x="8624290" y="2092031"/>
            <a:ext cx="2324100" cy="1765776"/>
          </a:xfrm>
          <a:custGeom>
            <a:avLst/>
            <a:gdLst>
              <a:gd name="connsiteX0" fmla="*/ 89507 w 2324100"/>
              <a:gd name="connsiteY0" fmla="*/ 0 h 1765776"/>
              <a:gd name="connsiteX1" fmla="*/ 2234593 w 2324100"/>
              <a:gd name="connsiteY1" fmla="*/ 0 h 1765776"/>
              <a:gd name="connsiteX2" fmla="*/ 2324100 w 2324100"/>
              <a:gd name="connsiteY2" fmla="*/ 89507 h 1765776"/>
              <a:gd name="connsiteX3" fmla="*/ 2324100 w 2324100"/>
              <a:gd name="connsiteY3" fmla="*/ 1676269 h 1765776"/>
              <a:gd name="connsiteX4" fmla="*/ 2234593 w 2324100"/>
              <a:gd name="connsiteY4" fmla="*/ 1765776 h 1765776"/>
              <a:gd name="connsiteX5" fmla="*/ 89507 w 2324100"/>
              <a:gd name="connsiteY5" fmla="*/ 1765776 h 1765776"/>
              <a:gd name="connsiteX6" fmla="*/ 0 w 2324100"/>
              <a:gd name="connsiteY6" fmla="*/ 1676269 h 1765776"/>
              <a:gd name="connsiteX7" fmla="*/ 0 w 2324100"/>
              <a:gd name="connsiteY7" fmla="*/ 89507 h 1765776"/>
              <a:gd name="connsiteX8" fmla="*/ 89507 w 2324100"/>
              <a:gd name="connsiteY8" fmla="*/ 0 h 17657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324100" h="1765776">
                <a:moveTo>
                  <a:pt x="89507" y="0"/>
                </a:moveTo>
                <a:lnTo>
                  <a:pt x="2234593" y="0"/>
                </a:lnTo>
                <a:cubicBezTo>
                  <a:pt x="2284026" y="0"/>
                  <a:pt x="2324100" y="40074"/>
                  <a:pt x="2324100" y="89507"/>
                </a:cubicBezTo>
                <a:lnTo>
                  <a:pt x="2324100" y="1676269"/>
                </a:lnTo>
                <a:cubicBezTo>
                  <a:pt x="2324100" y="1725702"/>
                  <a:pt x="2284026" y="1765776"/>
                  <a:pt x="2234593" y="1765776"/>
                </a:cubicBezTo>
                <a:lnTo>
                  <a:pt x="89507" y="1765776"/>
                </a:lnTo>
                <a:cubicBezTo>
                  <a:pt x="40074" y="1765776"/>
                  <a:pt x="0" y="1725702"/>
                  <a:pt x="0" y="1676269"/>
                </a:cubicBezTo>
                <a:lnTo>
                  <a:pt x="0" y="89507"/>
                </a:lnTo>
                <a:cubicBezTo>
                  <a:pt x="0" y="40074"/>
                  <a:pt x="40074" y="0"/>
                  <a:pt x="89507" y="0"/>
                </a:cubicBezTo>
                <a:close/>
              </a:path>
            </a:pathLst>
          </a:custGeom>
          <a:pattFill prst="pct5">
            <a:fgClr>
              <a:schemeClr val="accent1"/>
            </a:fgClr>
            <a:bgClr>
              <a:schemeClr val="bg1"/>
            </a:bgClr>
          </a:pattFill>
        </p:spPr>
        <p:txBody>
          <a:bodyPr wrap="square">
            <a:noAutofit/>
          </a:bodyPr>
          <a:lstStyle>
            <a:lvl1pPr>
              <a:defRPr sz="1200"/>
            </a:lvl1pPr>
          </a:lstStyle>
          <a:p>
            <a:r>
              <a:rPr lang="en-US"/>
              <a:t>Click icon to add picture</a:t>
            </a:r>
          </a:p>
        </p:txBody>
      </p:sp>
      <p:sp>
        <p:nvSpPr>
          <p:cNvPr id="27" name="Text Placeholder 19">
            <a:extLst>
              <a:ext uri="{FF2B5EF4-FFF2-40B4-BE49-F238E27FC236}">
                <a16:creationId xmlns:a16="http://schemas.microsoft.com/office/drawing/2014/main" id="{09AE936E-EF8D-DEC9-0425-30F657D1A198}"/>
              </a:ext>
            </a:extLst>
          </p:cNvPr>
          <p:cNvSpPr>
            <a:spLocks noGrp="1"/>
          </p:cNvSpPr>
          <p:nvPr>
            <p:ph type="body" sz="quarter" idx="20" hasCustomPrompt="1"/>
          </p:nvPr>
        </p:nvSpPr>
        <p:spPr>
          <a:xfrm>
            <a:off x="8628258" y="4533294"/>
            <a:ext cx="2324100" cy="402070"/>
          </a:xfrm>
          <a:prstGeom prst="rect">
            <a:avLst/>
          </a:prstGeom>
        </p:spPr>
        <p:txBody>
          <a:bodyPr/>
          <a:lstStyle>
            <a:lvl1pPr marL="0" indent="0" algn="ctr" defTabSz="914400" rtl="0" eaLnBrk="1" latinLnBrk="0" hangingPunct="1">
              <a:lnSpc>
                <a:spcPct val="150000"/>
              </a:lnSpc>
              <a:buNone/>
              <a:defRPr lang="en-US" sz="2000" b="1" kern="1200" dirty="0">
                <a:solidFill>
                  <a:schemeClr val="bg1"/>
                </a:solidFill>
                <a:latin typeface="Roboto" panose="02000000000000000000" pitchFamily="2" charset="0"/>
                <a:ea typeface="Roboto" panose="02000000000000000000" pitchFamily="2" charset="0"/>
                <a:cs typeface="Poppins SemiBold" panose="00000700000000000000" pitchFamily="2" charset="0"/>
              </a:defRPr>
            </a:lvl1pPr>
          </a:lstStyle>
          <a:p>
            <a:pPr lvl="0"/>
            <a:r>
              <a:rPr lang="en-US"/>
              <a:t>Name Goes Here</a:t>
            </a:r>
          </a:p>
        </p:txBody>
      </p:sp>
      <p:sp>
        <p:nvSpPr>
          <p:cNvPr id="28" name="Text Placeholder 19">
            <a:extLst>
              <a:ext uri="{FF2B5EF4-FFF2-40B4-BE49-F238E27FC236}">
                <a16:creationId xmlns:a16="http://schemas.microsoft.com/office/drawing/2014/main" id="{D3349256-16E5-B432-23B0-16AB92F8520B}"/>
              </a:ext>
            </a:extLst>
          </p:cNvPr>
          <p:cNvSpPr>
            <a:spLocks noGrp="1"/>
          </p:cNvSpPr>
          <p:nvPr>
            <p:ph type="body" sz="quarter" idx="21" hasCustomPrompt="1"/>
          </p:nvPr>
        </p:nvSpPr>
        <p:spPr>
          <a:xfrm>
            <a:off x="8628258" y="4937519"/>
            <a:ext cx="2324100" cy="276999"/>
          </a:xfrm>
          <a:prstGeom prst="rect">
            <a:avLst/>
          </a:prstGeom>
        </p:spPr>
        <p:txBody>
          <a:bodyPr/>
          <a:lstStyle>
            <a:lvl1pPr marL="0" indent="0" algn="ctr" defTabSz="914400" rtl="0" eaLnBrk="1" latinLnBrk="0" hangingPunct="1">
              <a:lnSpc>
                <a:spcPct val="150000"/>
              </a:lnSpc>
              <a:buNone/>
              <a:defRPr lang="en-US" sz="1800" kern="1200" dirty="0">
                <a:solidFill>
                  <a:schemeClr val="bg1"/>
                </a:solidFill>
                <a:latin typeface="Roboto" panose="02000000000000000000" pitchFamily="2" charset="0"/>
                <a:ea typeface="Roboto" panose="02000000000000000000" pitchFamily="2" charset="0"/>
                <a:cs typeface="Poppins" panose="00000500000000000000" pitchFamily="2" charset="0"/>
              </a:defRPr>
            </a:lvl1pPr>
          </a:lstStyle>
          <a:p>
            <a:pPr lvl="0"/>
            <a:r>
              <a:rPr lang="en-US"/>
              <a:t>Job Title Goes Here</a:t>
            </a:r>
          </a:p>
        </p:txBody>
      </p:sp>
      <p:sp>
        <p:nvSpPr>
          <p:cNvPr id="29" name="Text Placeholder 19">
            <a:extLst>
              <a:ext uri="{FF2B5EF4-FFF2-40B4-BE49-F238E27FC236}">
                <a16:creationId xmlns:a16="http://schemas.microsoft.com/office/drawing/2014/main" id="{2900DB38-9256-C1EF-6446-4E41EB9192B7}"/>
              </a:ext>
            </a:extLst>
          </p:cNvPr>
          <p:cNvSpPr>
            <a:spLocks noGrp="1"/>
          </p:cNvSpPr>
          <p:nvPr>
            <p:ph type="body" sz="quarter" idx="22" hasCustomPrompt="1"/>
          </p:nvPr>
        </p:nvSpPr>
        <p:spPr>
          <a:xfrm>
            <a:off x="8462675" y="5419403"/>
            <a:ext cx="2655269" cy="959783"/>
          </a:xfrm>
          <a:prstGeom prst="rect">
            <a:avLst/>
          </a:prstGeom>
        </p:spPr>
        <p:txBody>
          <a:bodyPr/>
          <a:lstStyle>
            <a:lvl1pPr marL="0" indent="0" algn="ctr" defTabSz="914400" rtl="0" eaLnBrk="1" latinLnBrk="0" hangingPunct="1">
              <a:lnSpc>
                <a:spcPts val="2000"/>
              </a:lnSpc>
              <a:buNone/>
              <a:defRPr lang="en-US" sz="1800" kern="1200" dirty="0">
                <a:solidFill>
                  <a:schemeClr val="bg1"/>
                </a:solidFill>
                <a:latin typeface="Nunito Sans Normal" pitchFamily="2" charset="77"/>
                <a:ea typeface="Roboto" panose="02000000000000000000" pitchFamily="2" charset="0"/>
                <a:cs typeface="Open Sans Light" panose="020B0606030504020204" pitchFamily="34" charset="0"/>
              </a:defRPr>
            </a:lvl1pPr>
          </a:lstStyle>
          <a:p>
            <a:pPr lvl="0"/>
            <a:r>
              <a:rPr lang="en-US"/>
              <a:t>Descriptive text about presenter or team member can go here.</a:t>
            </a:r>
          </a:p>
        </p:txBody>
      </p:sp>
    </p:spTree>
    <p:extLst>
      <p:ext uri="{BB962C8B-B14F-4D97-AF65-F5344CB8AC3E}">
        <p14:creationId xmlns:p14="http://schemas.microsoft.com/office/powerpoint/2010/main" val="340286597"/>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Presenters_2">
    <p:spTree>
      <p:nvGrpSpPr>
        <p:cNvPr id="1" name=""/>
        <p:cNvGrpSpPr/>
        <p:nvPr/>
      </p:nvGrpSpPr>
      <p:grpSpPr>
        <a:xfrm>
          <a:off x="0" y="0"/>
          <a:ext cx="0" cy="0"/>
          <a:chOff x="0" y="0"/>
          <a:chExt cx="0" cy="0"/>
        </a:xfrm>
      </p:grpSpPr>
      <p:sp>
        <p:nvSpPr>
          <p:cNvPr id="6" name="Rounded Rectangle 5">
            <a:extLst>
              <a:ext uri="{FF2B5EF4-FFF2-40B4-BE49-F238E27FC236}">
                <a16:creationId xmlns:a16="http://schemas.microsoft.com/office/drawing/2014/main" id="{2B49723B-9A03-4CE4-9E45-27FDD01A9577}"/>
              </a:ext>
              <a:ext uri="{C183D7F6-B498-43B3-948B-1728B52AA6E4}">
                <adec:decorative xmlns:adec="http://schemas.microsoft.com/office/drawing/2017/decorative" val="1"/>
              </a:ext>
            </a:extLst>
          </p:cNvPr>
          <p:cNvSpPr/>
          <p:nvPr/>
        </p:nvSpPr>
        <p:spPr>
          <a:xfrm>
            <a:off x="266701" y="267974"/>
            <a:ext cx="11658601" cy="6322055"/>
          </a:xfrm>
          <a:prstGeom prst="roundRect">
            <a:avLst>
              <a:gd name="adj" fmla="val 4726"/>
            </a:avLst>
          </a:prstGeom>
          <a:solidFill>
            <a:srgbClr val="D9EF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4" name="Rectangle: Top Corners Rounded 72">
            <a:extLst>
              <a:ext uri="{FF2B5EF4-FFF2-40B4-BE49-F238E27FC236}">
                <a16:creationId xmlns:a16="http://schemas.microsoft.com/office/drawing/2014/main" id="{4B08A422-9B10-5D1D-4944-071043A3DFEB}"/>
              </a:ext>
              <a:ext uri="{C183D7F6-B498-43B3-948B-1728B52AA6E4}">
                <adec:decorative xmlns:adec="http://schemas.microsoft.com/office/drawing/2017/decorative" val="1"/>
              </a:ext>
            </a:extLst>
          </p:cNvPr>
          <p:cNvSpPr/>
          <p:nvPr/>
        </p:nvSpPr>
        <p:spPr>
          <a:xfrm flipH="1" flipV="1">
            <a:off x="4410075" y="0"/>
            <a:ext cx="3371851" cy="666750"/>
          </a:xfrm>
          <a:prstGeom prst="round2SameRect">
            <a:avLst>
              <a:gd name="adj1" fmla="val 30472"/>
              <a:gd name="adj2" fmla="val 0"/>
            </a:avLst>
          </a:prstGeom>
          <a:solidFill>
            <a:schemeClr val="tx2"/>
          </a:solidFill>
          <a:ln>
            <a:noFill/>
          </a:ln>
          <a:effectLst>
            <a:outerShdw blurRad="762000" dist="114300" dir="2700000" algn="tl"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800" b="1">
              <a:latin typeface="Roboto" panose="02000000000000000000" pitchFamily="2" charset="0"/>
              <a:ea typeface="Roboto" panose="02000000000000000000" pitchFamily="2" charset="0"/>
            </a:endParaRPr>
          </a:p>
        </p:txBody>
      </p:sp>
      <p:sp>
        <p:nvSpPr>
          <p:cNvPr id="7" name="Rectangle: Rounded Corners 8">
            <a:extLst>
              <a:ext uri="{FF2B5EF4-FFF2-40B4-BE49-F238E27FC236}">
                <a16:creationId xmlns:a16="http://schemas.microsoft.com/office/drawing/2014/main" id="{FCAE5466-F2DF-2CB2-7015-FA258D19FCBC}"/>
              </a:ext>
              <a:ext uri="{C183D7F6-B498-43B3-948B-1728B52AA6E4}">
                <adec:decorative xmlns:adec="http://schemas.microsoft.com/office/drawing/2017/decorative" val="1"/>
              </a:ext>
            </a:extLst>
          </p:cNvPr>
          <p:cNvSpPr/>
          <p:nvPr userDrawn="1"/>
        </p:nvSpPr>
        <p:spPr>
          <a:xfrm>
            <a:off x="1510575" y="1742049"/>
            <a:ext cx="2568578" cy="3467101"/>
          </a:xfrm>
          <a:prstGeom prst="roundRect">
            <a:avLst>
              <a:gd name="adj" fmla="val 7280"/>
            </a:avLst>
          </a:prstGeom>
          <a:solidFill>
            <a:schemeClr val="tx2"/>
          </a:solidFill>
          <a:ln>
            <a:noFill/>
          </a:ln>
          <a:effectLst>
            <a:outerShdw blurRad="762000" dist="114300" dir="2700000" algn="tl"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800"/>
          </a:p>
        </p:txBody>
      </p:sp>
      <p:sp>
        <p:nvSpPr>
          <p:cNvPr id="12" name="Rectangle: Rounded Corners 96">
            <a:extLst>
              <a:ext uri="{FF2B5EF4-FFF2-40B4-BE49-F238E27FC236}">
                <a16:creationId xmlns:a16="http://schemas.microsoft.com/office/drawing/2014/main" id="{E1971D1C-8502-966D-5ABE-1FA16710DFDA}"/>
              </a:ext>
              <a:ext uri="{C183D7F6-B498-43B3-948B-1728B52AA6E4}">
                <adec:decorative xmlns:adec="http://schemas.microsoft.com/office/drawing/2017/decorative" val="1"/>
              </a:ext>
            </a:extLst>
          </p:cNvPr>
          <p:cNvSpPr/>
          <p:nvPr userDrawn="1"/>
        </p:nvSpPr>
        <p:spPr>
          <a:xfrm>
            <a:off x="4811713" y="1742049"/>
            <a:ext cx="2568578" cy="3467101"/>
          </a:xfrm>
          <a:prstGeom prst="roundRect">
            <a:avLst>
              <a:gd name="adj" fmla="val 7280"/>
            </a:avLst>
          </a:prstGeom>
          <a:solidFill>
            <a:schemeClr val="bg1"/>
          </a:solidFill>
          <a:ln>
            <a:noFill/>
          </a:ln>
          <a:effectLst>
            <a:outerShdw blurRad="762000" dist="114300" dir="2700000" algn="tl"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800"/>
          </a:p>
        </p:txBody>
      </p:sp>
      <p:sp>
        <p:nvSpPr>
          <p:cNvPr id="35" name="Rectangle: Rounded Corners 96">
            <a:extLst>
              <a:ext uri="{FF2B5EF4-FFF2-40B4-BE49-F238E27FC236}">
                <a16:creationId xmlns:a16="http://schemas.microsoft.com/office/drawing/2014/main" id="{2BDD9DFE-9B95-2580-5F6C-5990B54B2DFA}"/>
              </a:ext>
              <a:ext uri="{C183D7F6-B498-43B3-948B-1728B52AA6E4}">
                <adec:decorative xmlns:adec="http://schemas.microsoft.com/office/drawing/2017/decorative" val="1"/>
              </a:ext>
            </a:extLst>
          </p:cNvPr>
          <p:cNvSpPr/>
          <p:nvPr userDrawn="1"/>
        </p:nvSpPr>
        <p:spPr>
          <a:xfrm>
            <a:off x="8110497" y="1742049"/>
            <a:ext cx="2568578" cy="3467101"/>
          </a:xfrm>
          <a:prstGeom prst="roundRect">
            <a:avLst>
              <a:gd name="adj" fmla="val 7280"/>
            </a:avLst>
          </a:prstGeom>
          <a:solidFill>
            <a:schemeClr val="bg1"/>
          </a:solidFill>
          <a:ln>
            <a:noFill/>
          </a:ln>
          <a:effectLst>
            <a:outerShdw blurRad="762000" dist="114300" dir="2700000" algn="tl"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800"/>
          </a:p>
        </p:txBody>
      </p:sp>
      <p:sp>
        <p:nvSpPr>
          <p:cNvPr id="41" name="Title 17">
            <a:extLst>
              <a:ext uri="{FF2B5EF4-FFF2-40B4-BE49-F238E27FC236}">
                <a16:creationId xmlns:a16="http://schemas.microsoft.com/office/drawing/2014/main" id="{8FF5CD97-11EE-BD43-8138-6E8E8E334A92}"/>
              </a:ext>
            </a:extLst>
          </p:cNvPr>
          <p:cNvSpPr>
            <a:spLocks noGrp="1"/>
          </p:cNvSpPr>
          <p:nvPr>
            <p:ph type="title" hasCustomPrompt="1"/>
          </p:nvPr>
        </p:nvSpPr>
        <p:spPr>
          <a:xfrm>
            <a:off x="838202" y="1040397"/>
            <a:ext cx="10515600" cy="329302"/>
          </a:xfrm>
        </p:spPr>
        <p:txBody>
          <a:bodyPr/>
          <a:lstStyle>
            <a:lvl1pPr marL="0" algn="ctr" defTabSz="914400" rtl="0" eaLnBrk="1" latinLnBrk="0" hangingPunct="1">
              <a:defRPr lang="en-US" sz="2600" b="1" kern="1200" dirty="0">
                <a:solidFill>
                  <a:schemeClr val="tx1"/>
                </a:solidFill>
                <a:latin typeface="Roboto" panose="02000000000000000000" pitchFamily="2" charset="0"/>
                <a:ea typeface="Roboto" panose="02000000000000000000" pitchFamily="2" charset="0"/>
                <a:cs typeface="Poppins SemiBold" panose="00000700000000000000" pitchFamily="2" charset="0"/>
              </a:defRPr>
            </a:lvl1pPr>
          </a:lstStyle>
          <a:p>
            <a:r>
              <a:rPr lang="en-US"/>
              <a:t>Presenters/Team Name</a:t>
            </a:r>
          </a:p>
        </p:txBody>
      </p:sp>
      <p:sp>
        <p:nvSpPr>
          <p:cNvPr id="40" name="Text Placeholder 19">
            <a:extLst>
              <a:ext uri="{FF2B5EF4-FFF2-40B4-BE49-F238E27FC236}">
                <a16:creationId xmlns:a16="http://schemas.microsoft.com/office/drawing/2014/main" id="{15715BC9-D7F8-30F8-1F64-D9296FA63982}"/>
              </a:ext>
            </a:extLst>
          </p:cNvPr>
          <p:cNvSpPr>
            <a:spLocks noGrp="1"/>
          </p:cNvSpPr>
          <p:nvPr>
            <p:ph type="body" sz="quarter" idx="26" hasCustomPrompt="1"/>
          </p:nvPr>
        </p:nvSpPr>
        <p:spPr>
          <a:xfrm>
            <a:off x="4689028" y="194876"/>
            <a:ext cx="2813947" cy="279687"/>
          </a:xfrm>
          <a:prstGeom prst="rect">
            <a:avLst/>
          </a:prstGeom>
        </p:spPr>
        <p:txBody>
          <a:bodyPr/>
          <a:lstStyle>
            <a:lvl1pPr marL="0" indent="0" algn="ctr" defTabSz="914400" rtl="0" eaLnBrk="1" latinLnBrk="0" hangingPunct="1">
              <a:lnSpc>
                <a:spcPct val="150000"/>
              </a:lnSpc>
              <a:buNone/>
              <a:defRPr lang="en-US" sz="1400" b="1" kern="1200" cap="all" spc="200" baseline="0" dirty="0">
                <a:solidFill>
                  <a:schemeClr val="bg1"/>
                </a:solidFill>
                <a:latin typeface="Roboto" panose="02000000000000000000" pitchFamily="2" charset="0"/>
                <a:ea typeface="Roboto" panose="02000000000000000000" pitchFamily="2" charset="0"/>
                <a:cs typeface="Poppins Medium" panose="00000600000000000000" pitchFamily="2" charset="0"/>
              </a:defRPr>
            </a:lvl1pPr>
          </a:lstStyle>
          <a:p>
            <a:pPr lvl="0"/>
            <a:r>
              <a:rPr lang="en-US"/>
              <a:t>Meeting Title</a:t>
            </a:r>
          </a:p>
        </p:txBody>
      </p:sp>
      <p:sp>
        <p:nvSpPr>
          <p:cNvPr id="14" name="Picture Placeholder 13">
            <a:extLst>
              <a:ext uri="{FF2B5EF4-FFF2-40B4-BE49-F238E27FC236}">
                <a16:creationId xmlns:a16="http://schemas.microsoft.com/office/drawing/2014/main" id="{CCA15874-44ED-4094-9E7E-7C771A411806}"/>
              </a:ext>
            </a:extLst>
          </p:cNvPr>
          <p:cNvSpPr>
            <a:spLocks noGrp="1"/>
          </p:cNvSpPr>
          <p:nvPr>
            <p:ph type="pic" sz="quarter" idx="11"/>
          </p:nvPr>
        </p:nvSpPr>
        <p:spPr>
          <a:xfrm>
            <a:off x="2320226" y="1905314"/>
            <a:ext cx="914400" cy="914400"/>
          </a:xfrm>
          <a:custGeom>
            <a:avLst/>
            <a:gdLst>
              <a:gd name="connsiteX0" fmla="*/ 330926 w 661852"/>
              <a:gd name="connsiteY0" fmla="*/ 0 h 661852"/>
              <a:gd name="connsiteX1" fmla="*/ 661852 w 661852"/>
              <a:gd name="connsiteY1" fmla="*/ 330926 h 661852"/>
              <a:gd name="connsiteX2" fmla="*/ 330926 w 661852"/>
              <a:gd name="connsiteY2" fmla="*/ 661852 h 661852"/>
              <a:gd name="connsiteX3" fmla="*/ 0 w 661852"/>
              <a:gd name="connsiteY3" fmla="*/ 330926 h 661852"/>
              <a:gd name="connsiteX4" fmla="*/ 330926 w 661852"/>
              <a:gd name="connsiteY4" fmla="*/ 0 h 66185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1852" h="661852">
                <a:moveTo>
                  <a:pt x="330926" y="0"/>
                </a:moveTo>
                <a:cubicBezTo>
                  <a:pt x="513691" y="0"/>
                  <a:pt x="661852" y="148161"/>
                  <a:pt x="661852" y="330926"/>
                </a:cubicBezTo>
                <a:cubicBezTo>
                  <a:pt x="661852" y="513691"/>
                  <a:pt x="513691" y="661852"/>
                  <a:pt x="330926" y="661852"/>
                </a:cubicBezTo>
                <a:cubicBezTo>
                  <a:pt x="148161" y="661852"/>
                  <a:pt x="0" y="513691"/>
                  <a:pt x="0" y="330926"/>
                </a:cubicBezTo>
                <a:cubicBezTo>
                  <a:pt x="0" y="148161"/>
                  <a:pt x="148161" y="0"/>
                  <a:pt x="330926" y="0"/>
                </a:cubicBezTo>
                <a:close/>
              </a:path>
            </a:pathLst>
          </a:custGeom>
          <a:pattFill prst="pct5">
            <a:fgClr>
              <a:schemeClr val="accent1"/>
            </a:fgClr>
            <a:bgClr>
              <a:schemeClr val="bg1"/>
            </a:bgClr>
          </a:pattFill>
        </p:spPr>
        <p:txBody>
          <a:bodyPr wrap="square">
            <a:noAutofit/>
          </a:bodyPr>
          <a:lstStyle>
            <a:lvl1pPr>
              <a:defRPr sz="500"/>
            </a:lvl1pPr>
          </a:lstStyle>
          <a:p>
            <a:r>
              <a:rPr lang="en-US"/>
              <a:t>Click icon to add picture</a:t>
            </a:r>
          </a:p>
        </p:txBody>
      </p:sp>
      <p:sp>
        <p:nvSpPr>
          <p:cNvPr id="29" name="Text Placeholder 19">
            <a:extLst>
              <a:ext uri="{FF2B5EF4-FFF2-40B4-BE49-F238E27FC236}">
                <a16:creationId xmlns:a16="http://schemas.microsoft.com/office/drawing/2014/main" id="{1F39F3B5-387A-785C-C3C6-9022293C01E0}"/>
              </a:ext>
            </a:extLst>
          </p:cNvPr>
          <p:cNvSpPr>
            <a:spLocks noGrp="1"/>
          </p:cNvSpPr>
          <p:nvPr>
            <p:ph type="body" sz="quarter" idx="16" hasCustomPrompt="1"/>
          </p:nvPr>
        </p:nvSpPr>
        <p:spPr>
          <a:xfrm>
            <a:off x="1672471" y="2923526"/>
            <a:ext cx="2230741" cy="459447"/>
          </a:xfrm>
          <a:prstGeom prst="rect">
            <a:avLst/>
          </a:prstGeom>
        </p:spPr>
        <p:txBody>
          <a:bodyPr/>
          <a:lstStyle>
            <a:lvl1pPr marL="0" indent="0" algn="ctr" defTabSz="914400" rtl="0" eaLnBrk="1" latinLnBrk="0" hangingPunct="1">
              <a:lnSpc>
                <a:spcPct val="150000"/>
              </a:lnSpc>
              <a:buNone/>
              <a:defRPr lang="en-US" sz="2000" b="1" kern="1200" dirty="0">
                <a:solidFill>
                  <a:schemeClr val="bg1"/>
                </a:solidFill>
                <a:latin typeface="Roboto" panose="02000000000000000000" pitchFamily="2" charset="0"/>
                <a:ea typeface="Roboto" panose="02000000000000000000" pitchFamily="2" charset="0"/>
                <a:cs typeface="Poppins SemiBold" panose="00000700000000000000" pitchFamily="2" charset="0"/>
              </a:defRPr>
            </a:lvl1pPr>
          </a:lstStyle>
          <a:p>
            <a:pPr lvl="0"/>
            <a:r>
              <a:rPr lang="en-US"/>
              <a:t>Name Goes Here</a:t>
            </a:r>
          </a:p>
        </p:txBody>
      </p:sp>
      <p:sp>
        <p:nvSpPr>
          <p:cNvPr id="30" name="Text Placeholder 19">
            <a:extLst>
              <a:ext uri="{FF2B5EF4-FFF2-40B4-BE49-F238E27FC236}">
                <a16:creationId xmlns:a16="http://schemas.microsoft.com/office/drawing/2014/main" id="{531672E5-DCB7-981B-5BB6-B7E9BBB5FD7B}"/>
              </a:ext>
            </a:extLst>
          </p:cNvPr>
          <p:cNvSpPr>
            <a:spLocks noGrp="1"/>
          </p:cNvSpPr>
          <p:nvPr>
            <p:ph type="body" sz="quarter" idx="17" hasCustomPrompt="1"/>
          </p:nvPr>
        </p:nvSpPr>
        <p:spPr>
          <a:xfrm>
            <a:off x="1672472" y="3382973"/>
            <a:ext cx="2230740" cy="575274"/>
          </a:xfrm>
          <a:prstGeom prst="rect">
            <a:avLst/>
          </a:prstGeom>
        </p:spPr>
        <p:txBody>
          <a:bodyPr/>
          <a:lstStyle>
            <a:lvl1pPr marL="0" indent="0" algn="ctr" defTabSz="914400" rtl="0" eaLnBrk="1" latinLnBrk="0" hangingPunct="1">
              <a:lnSpc>
                <a:spcPct val="150000"/>
              </a:lnSpc>
              <a:buNone/>
              <a:defRPr lang="en-US" sz="1800" kern="1200" dirty="0">
                <a:solidFill>
                  <a:schemeClr val="bg1"/>
                </a:solidFill>
                <a:latin typeface="Roboto" panose="02000000000000000000" pitchFamily="2" charset="0"/>
                <a:ea typeface="Roboto" panose="02000000000000000000" pitchFamily="2" charset="0"/>
                <a:cs typeface="Poppins" panose="00000500000000000000" pitchFamily="2" charset="0"/>
              </a:defRPr>
            </a:lvl1pPr>
          </a:lstStyle>
          <a:p>
            <a:pPr lvl="0"/>
            <a:r>
              <a:rPr lang="en-US"/>
              <a:t>Job Title Goes Here</a:t>
            </a:r>
          </a:p>
        </p:txBody>
      </p:sp>
      <p:sp>
        <p:nvSpPr>
          <p:cNvPr id="31" name="Text Placeholder 19">
            <a:extLst>
              <a:ext uri="{FF2B5EF4-FFF2-40B4-BE49-F238E27FC236}">
                <a16:creationId xmlns:a16="http://schemas.microsoft.com/office/drawing/2014/main" id="{129BC4BD-E9C6-2C40-2FF8-52DF98E71183}"/>
              </a:ext>
            </a:extLst>
          </p:cNvPr>
          <p:cNvSpPr>
            <a:spLocks noGrp="1"/>
          </p:cNvSpPr>
          <p:nvPr>
            <p:ph type="body" sz="quarter" idx="18" hasCustomPrompt="1"/>
          </p:nvPr>
        </p:nvSpPr>
        <p:spPr>
          <a:xfrm>
            <a:off x="1672471" y="3958247"/>
            <a:ext cx="2230741" cy="920298"/>
          </a:xfrm>
          <a:prstGeom prst="rect">
            <a:avLst/>
          </a:prstGeom>
        </p:spPr>
        <p:txBody>
          <a:bodyPr/>
          <a:lstStyle>
            <a:lvl1pPr marL="0" indent="0" algn="ctr" defTabSz="914400" rtl="0" eaLnBrk="1" latinLnBrk="0" hangingPunct="1">
              <a:lnSpc>
                <a:spcPts val="2000"/>
              </a:lnSpc>
              <a:buNone/>
              <a:defRPr lang="en-US" sz="1800" kern="1200" dirty="0">
                <a:solidFill>
                  <a:schemeClr val="bg1"/>
                </a:solidFill>
                <a:latin typeface="Nunito Sans Normal" pitchFamily="2" charset="77"/>
                <a:ea typeface="Roboto" panose="02000000000000000000" pitchFamily="2" charset="0"/>
                <a:cs typeface="Open Sans Light" panose="020B0606030504020204" pitchFamily="34" charset="0"/>
              </a:defRPr>
            </a:lvl1pPr>
          </a:lstStyle>
          <a:p>
            <a:pPr lvl="0"/>
            <a:r>
              <a:rPr lang="en-US"/>
              <a:t>Descriptive text about presenter or team member can go here.</a:t>
            </a:r>
          </a:p>
        </p:txBody>
      </p:sp>
      <p:sp>
        <p:nvSpPr>
          <p:cNvPr id="11" name="Picture Placeholder 10">
            <a:extLst>
              <a:ext uri="{FF2B5EF4-FFF2-40B4-BE49-F238E27FC236}">
                <a16:creationId xmlns:a16="http://schemas.microsoft.com/office/drawing/2014/main" id="{977210A4-3AF5-4822-938A-8EA1587CBA95}"/>
              </a:ext>
            </a:extLst>
          </p:cNvPr>
          <p:cNvSpPr>
            <a:spLocks noGrp="1"/>
          </p:cNvSpPr>
          <p:nvPr>
            <p:ph type="pic" sz="quarter" idx="10"/>
          </p:nvPr>
        </p:nvSpPr>
        <p:spPr>
          <a:xfrm>
            <a:off x="5628386" y="1905314"/>
            <a:ext cx="914400" cy="914400"/>
          </a:xfrm>
          <a:custGeom>
            <a:avLst/>
            <a:gdLst>
              <a:gd name="connsiteX0" fmla="*/ 330926 w 661852"/>
              <a:gd name="connsiteY0" fmla="*/ 0 h 661852"/>
              <a:gd name="connsiteX1" fmla="*/ 661852 w 661852"/>
              <a:gd name="connsiteY1" fmla="*/ 330926 h 661852"/>
              <a:gd name="connsiteX2" fmla="*/ 330926 w 661852"/>
              <a:gd name="connsiteY2" fmla="*/ 661852 h 661852"/>
              <a:gd name="connsiteX3" fmla="*/ 0 w 661852"/>
              <a:gd name="connsiteY3" fmla="*/ 330926 h 661852"/>
              <a:gd name="connsiteX4" fmla="*/ 330926 w 661852"/>
              <a:gd name="connsiteY4" fmla="*/ 0 h 66185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1852" h="661852">
                <a:moveTo>
                  <a:pt x="330926" y="0"/>
                </a:moveTo>
                <a:cubicBezTo>
                  <a:pt x="513691" y="0"/>
                  <a:pt x="661852" y="148161"/>
                  <a:pt x="661852" y="330926"/>
                </a:cubicBezTo>
                <a:cubicBezTo>
                  <a:pt x="661852" y="513691"/>
                  <a:pt x="513691" y="661852"/>
                  <a:pt x="330926" y="661852"/>
                </a:cubicBezTo>
                <a:cubicBezTo>
                  <a:pt x="148161" y="661852"/>
                  <a:pt x="0" y="513691"/>
                  <a:pt x="0" y="330926"/>
                </a:cubicBezTo>
                <a:cubicBezTo>
                  <a:pt x="0" y="148161"/>
                  <a:pt x="148161" y="0"/>
                  <a:pt x="330926" y="0"/>
                </a:cubicBezTo>
                <a:close/>
              </a:path>
            </a:pathLst>
          </a:custGeom>
          <a:pattFill prst="pct5">
            <a:fgClr>
              <a:schemeClr val="accent1"/>
            </a:fgClr>
            <a:bgClr>
              <a:schemeClr val="bg1"/>
            </a:bgClr>
          </a:pattFill>
        </p:spPr>
        <p:txBody>
          <a:bodyPr wrap="square">
            <a:noAutofit/>
          </a:bodyPr>
          <a:lstStyle>
            <a:lvl1pPr>
              <a:defRPr sz="500"/>
            </a:lvl1pPr>
          </a:lstStyle>
          <a:p>
            <a:r>
              <a:rPr lang="en-US"/>
              <a:t>Click icon to add picture</a:t>
            </a:r>
          </a:p>
        </p:txBody>
      </p:sp>
      <p:sp>
        <p:nvSpPr>
          <p:cNvPr id="2" name="Text Placeholder 19">
            <a:extLst>
              <a:ext uri="{FF2B5EF4-FFF2-40B4-BE49-F238E27FC236}">
                <a16:creationId xmlns:a16="http://schemas.microsoft.com/office/drawing/2014/main" id="{95B0A952-1F0F-3591-F84E-8ABD61D14EF2}"/>
              </a:ext>
            </a:extLst>
          </p:cNvPr>
          <p:cNvSpPr>
            <a:spLocks noGrp="1"/>
          </p:cNvSpPr>
          <p:nvPr>
            <p:ph type="body" sz="quarter" idx="27" hasCustomPrompt="1"/>
          </p:nvPr>
        </p:nvSpPr>
        <p:spPr>
          <a:xfrm>
            <a:off x="4980630" y="2923526"/>
            <a:ext cx="2230741" cy="459447"/>
          </a:xfrm>
          <a:prstGeom prst="rect">
            <a:avLst/>
          </a:prstGeom>
        </p:spPr>
        <p:txBody>
          <a:bodyPr/>
          <a:lstStyle>
            <a:lvl1pPr marL="0" indent="0" algn="ctr" defTabSz="914400" rtl="0" eaLnBrk="1" latinLnBrk="0" hangingPunct="1">
              <a:lnSpc>
                <a:spcPct val="150000"/>
              </a:lnSpc>
              <a:buNone/>
              <a:defRPr lang="en-US" sz="2000" b="1" kern="1200" dirty="0">
                <a:solidFill>
                  <a:schemeClr val="tx1"/>
                </a:solidFill>
                <a:latin typeface="Roboto" panose="02000000000000000000" pitchFamily="2" charset="0"/>
                <a:ea typeface="Roboto" panose="02000000000000000000" pitchFamily="2" charset="0"/>
                <a:cs typeface="Poppins SemiBold" panose="00000700000000000000" pitchFamily="2" charset="0"/>
              </a:defRPr>
            </a:lvl1pPr>
          </a:lstStyle>
          <a:p>
            <a:pPr lvl="0"/>
            <a:r>
              <a:rPr lang="en-US"/>
              <a:t>Name Goes Here</a:t>
            </a:r>
          </a:p>
        </p:txBody>
      </p:sp>
      <p:sp>
        <p:nvSpPr>
          <p:cNvPr id="3" name="Text Placeholder 19">
            <a:extLst>
              <a:ext uri="{FF2B5EF4-FFF2-40B4-BE49-F238E27FC236}">
                <a16:creationId xmlns:a16="http://schemas.microsoft.com/office/drawing/2014/main" id="{C0BABFB5-C9DF-40E3-50B3-E928821E7B5F}"/>
              </a:ext>
            </a:extLst>
          </p:cNvPr>
          <p:cNvSpPr>
            <a:spLocks noGrp="1"/>
          </p:cNvSpPr>
          <p:nvPr>
            <p:ph type="body" sz="quarter" idx="28" hasCustomPrompt="1"/>
          </p:nvPr>
        </p:nvSpPr>
        <p:spPr>
          <a:xfrm>
            <a:off x="4980632" y="3382973"/>
            <a:ext cx="2230740" cy="575274"/>
          </a:xfrm>
          <a:prstGeom prst="rect">
            <a:avLst/>
          </a:prstGeom>
        </p:spPr>
        <p:txBody>
          <a:bodyPr/>
          <a:lstStyle>
            <a:lvl1pPr marL="0" indent="0" algn="ctr" defTabSz="914400" rtl="0" eaLnBrk="1" latinLnBrk="0" hangingPunct="1">
              <a:lnSpc>
                <a:spcPct val="150000"/>
              </a:lnSpc>
              <a:buNone/>
              <a:defRPr lang="en-US" sz="1800" kern="1200" dirty="0">
                <a:solidFill>
                  <a:schemeClr val="tx1"/>
                </a:solidFill>
                <a:latin typeface="Roboto" panose="02000000000000000000" pitchFamily="2" charset="0"/>
                <a:ea typeface="Roboto" panose="02000000000000000000" pitchFamily="2" charset="0"/>
                <a:cs typeface="Poppins" panose="00000500000000000000" pitchFamily="2" charset="0"/>
              </a:defRPr>
            </a:lvl1pPr>
          </a:lstStyle>
          <a:p>
            <a:pPr lvl="0"/>
            <a:r>
              <a:rPr lang="en-US"/>
              <a:t>Job Title Goes Here</a:t>
            </a:r>
          </a:p>
        </p:txBody>
      </p:sp>
      <p:sp>
        <p:nvSpPr>
          <p:cNvPr id="5" name="Text Placeholder 19">
            <a:extLst>
              <a:ext uri="{FF2B5EF4-FFF2-40B4-BE49-F238E27FC236}">
                <a16:creationId xmlns:a16="http://schemas.microsoft.com/office/drawing/2014/main" id="{34BBEB54-A56D-EB2B-6EE9-CCF32F29DD8D}"/>
              </a:ext>
            </a:extLst>
          </p:cNvPr>
          <p:cNvSpPr>
            <a:spLocks noGrp="1"/>
          </p:cNvSpPr>
          <p:nvPr>
            <p:ph type="body" sz="quarter" idx="29" hasCustomPrompt="1"/>
          </p:nvPr>
        </p:nvSpPr>
        <p:spPr>
          <a:xfrm>
            <a:off x="4980630" y="3958247"/>
            <a:ext cx="2230741" cy="920298"/>
          </a:xfrm>
          <a:prstGeom prst="rect">
            <a:avLst/>
          </a:prstGeom>
        </p:spPr>
        <p:txBody>
          <a:bodyPr/>
          <a:lstStyle>
            <a:lvl1pPr marL="0" indent="0" algn="ctr" defTabSz="914400" rtl="0" eaLnBrk="1" latinLnBrk="0" hangingPunct="1">
              <a:lnSpc>
                <a:spcPts val="2000"/>
              </a:lnSpc>
              <a:buNone/>
              <a:defRPr lang="en-US" sz="1800" kern="1200" dirty="0">
                <a:solidFill>
                  <a:schemeClr val="tx1"/>
                </a:solidFill>
                <a:latin typeface="Nunito Sans Normal" pitchFamily="2" charset="77"/>
                <a:ea typeface="Roboto" panose="02000000000000000000" pitchFamily="2" charset="0"/>
                <a:cs typeface="Open Sans Light" panose="020B0606030504020204" pitchFamily="34" charset="0"/>
              </a:defRPr>
            </a:lvl1pPr>
          </a:lstStyle>
          <a:p>
            <a:pPr lvl="0"/>
            <a:r>
              <a:rPr lang="en-US"/>
              <a:t>Descriptive text about presenter or team member can go here.</a:t>
            </a:r>
          </a:p>
        </p:txBody>
      </p:sp>
      <p:sp>
        <p:nvSpPr>
          <p:cNvPr id="15" name="Picture Placeholder 14">
            <a:extLst>
              <a:ext uri="{FF2B5EF4-FFF2-40B4-BE49-F238E27FC236}">
                <a16:creationId xmlns:a16="http://schemas.microsoft.com/office/drawing/2014/main" id="{FDCA45A9-0D77-430B-B875-B6C51020318B}"/>
              </a:ext>
            </a:extLst>
          </p:cNvPr>
          <p:cNvSpPr>
            <a:spLocks noGrp="1"/>
          </p:cNvSpPr>
          <p:nvPr>
            <p:ph type="pic" sz="quarter" idx="12"/>
          </p:nvPr>
        </p:nvSpPr>
        <p:spPr>
          <a:xfrm>
            <a:off x="8927172" y="1905314"/>
            <a:ext cx="914400" cy="914400"/>
          </a:xfrm>
          <a:custGeom>
            <a:avLst/>
            <a:gdLst>
              <a:gd name="connsiteX0" fmla="*/ 330926 w 661852"/>
              <a:gd name="connsiteY0" fmla="*/ 0 h 661852"/>
              <a:gd name="connsiteX1" fmla="*/ 661852 w 661852"/>
              <a:gd name="connsiteY1" fmla="*/ 330926 h 661852"/>
              <a:gd name="connsiteX2" fmla="*/ 330926 w 661852"/>
              <a:gd name="connsiteY2" fmla="*/ 661852 h 661852"/>
              <a:gd name="connsiteX3" fmla="*/ 0 w 661852"/>
              <a:gd name="connsiteY3" fmla="*/ 330926 h 661852"/>
              <a:gd name="connsiteX4" fmla="*/ 330926 w 661852"/>
              <a:gd name="connsiteY4" fmla="*/ 0 h 66185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1852" h="661852">
                <a:moveTo>
                  <a:pt x="330926" y="0"/>
                </a:moveTo>
                <a:cubicBezTo>
                  <a:pt x="513691" y="0"/>
                  <a:pt x="661852" y="148161"/>
                  <a:pt x="661852" y="330926"/>
                </a:cubicBezTo>
                <a:cubicBezTo>
                  <a:pt x="661852" y="513691"/>
                  <a:pt x="513691" y="661852"/>
                  <a:pt x="330926" y="661852"/>
                </a:cubicBezTo>
                <a:cubicBezTo>
                  <a:pt x="148161" y="661852"/>
                  <a:pt x="0" y="513691"/>
                  <a:pt x="0" y="330926"/>
                </a:cubicBezTo>
                <a:cubicBezTo>
                  <a:pt x="0" y="148161"/>
                  <a:pt x="148161" y="0"/>
                  <a:pt x="330926" y="0"/>
                </a:cubicBezTo>
                <a:close/>
              </a:path>
            </a:pathLst>
          </a:custGeom>
          <a:pattFill prst="pct5">
            <a:fgClr>
              <a:schemeClr val="accent1"/>
            </a:fgClr>
            <a:bgClr>
              <a:schemeClr val="bg1"/>
            </a:bgClr>
          </a:pattFill>
        </p:spPr>
        <p:txBody>
          <a:bodyPr wrap="square">
            <a:noAutofit/>
          </a:bodyPr>
          <a:lstStyle>
            <a:lvl1pPr>
              <a:defRPr sz="500"/>
            </a:lvl1pPr>
          </a:lstStyle>
          <a:p>
            <a:r>
              <a:rPr lang="en-US"/>
              <a:t>Click icon to add picture</a:t>
            </a:r>
          </a:p>
        </p:txBody>
      </p:sp>
      <p:sp>
        <p:nvSpPr>
          <p:cNvPr id="8" name="Text Placeholder 19">
            <a:extLst>
              <a:ext uri="{FF2B5EF4-FFF2-40B4-BE49-F238E27FC236}">
                <a16:creationId xmlns:a16="http://schemas.microsoft.com/office/drawing/2014/main" id="{AA1E51A0-B740-E011-DAAD-7DDAD5BA9449}"/>
              </a:ext>
            </a:extLst>
          </p:cNvPr>
          <p:cNvSpPr>
            <a:spLocks noGrp="1"/>
          </p:cNvSpPr>
          <p:nvPr>
            <p:ph type="body" sz="quarter" idx="30" hasCustomPrompt="1"/>
          </p:nvPr>
        </p:nvSpPr>
        <p:spPr>
          <a:xfrm>
            <a:off x="8288788" y="2913456"/>
            <a:ext cx="2230741" cy="469517"/>
          </a:xfrm>
          <a:prstGeom prst="rect">
            <a:avLst/>
          </a:prstGeom>
        </p:spPr>
        <p:txBody>
          <a:bodyPr/>
          <a:lstStyle>
            <a:lvl1pPr marL="0" indent="0" algn="ctr" defTabSz="914400" rtl="0" eaLnBrk="1" latinLnBrk="0" hangingPunct="1">
              <a:lnSpc>
                <a:spcPct val="150000"/>
              </a:lnSpc>
              <a:buNone/>
              <a:defRPr lang="en-US" sz="2000" b="1" kern="1200" dirty="0">
                <a:solidFill>
                  <a:schemeClr val="tx1"/>
                </a:solidFill>
                <a:latin typeface="Roboto" panose="02000000000000000000" pitchFamily="2" charset="0"/>
                <a:ea typeface="Roboto" panose="02000000000000000000" pitchFamily="2" charset="0"/>
                <a:cs typeface="Poppins SemiBold" panose="00000700000000000000" pitchFamily="2" charset="0"/>
              </a:defRPr>
            </a:lvl1pPr>
          </a:lstStyle>
          <a:p>
            <a:pPr lvl="0"/>
            <a:r>
              <a:rPr lang="en-US"/>
              <a:t>Name Goes Here</a:t>
            </a:r>
          </a:p>
        </p:txBody>
      </p:sp>
      <p:sp>
        <p:nvSpPr>
          <p:cNvPr id="9" name="Text Placeholder 19">
            <a:extLst>
              <a:ext uri="{FF2B5EF4-FFF2-40B4-BE49-F238E27FC236}">
                <a16:creationId xmlns:a16="http://schemas.microsoft.com/office/drawing/2014/main" id="{264DEE2D-1D20-590E-BE04-D95DB6EC6279}"/>
              </a:ext>
            </a:extLst>
          </p:cNvPr>
          <p:cNvSpPr>
            <a:spLocks noGrp="1"/>
          </p:cNvSpPr>
          <p:nvPr>
            <p:ph type="body" sz="quarter" idx="31" hasCustomPrompt="1"/>
          </p:nvPr>
        </p:nvSpPr>
        <p:spPr>
          <a:xfrm>
            <a:off x="8288788" y="3382972"/>
            <a:ext cx="2230740" cy="565204"/>
          </a:xfrm>
          <a:prstGeom prst="rect">
            <a:avLst/>
          </a:prstGeom>
        </p:spPr>
        <p:txBody>
          <a:bodyPr/>
          <a:lstStyle>
            <a:lvl1pPr marL="0" indent="0" algn="ctr" defTabSz="914400" rtl="0" eaLnBrk="1" latinLnBrk="0" hangingPunct="1">
              <a:lnSpc>
                <a:spcPct val="150000"/>
              </a:lnSpc>
              <a:buNone/>
              <a:defRPr lang="en-US" sz="1800" kern="1200" dirty="0">
                <a:solidFill>
                  <a:schemeClr val="tx1"/>
                </a:solidFill>
                <a:latin typeface="Roboto" panose="02000000000000000000" pitchFamily="2" charset="0"/>
                <a:ea typeface="Roboto" panose="02000000000000000000" pitchFamily="2" charset="0"/>
                <a:cs typeface="Poppins" panose="00000500000000000000" pitchFamily="2" charset="0"/>
              </a:defRPr>
            </a:lvl1pPr>
          </a:lstStyle>
          <a:p>
            <a:pPr lvl="0"/>
            <a:r>
              <a:rPr lang="en-US"/>
              <a:t>Job Title Goes Here</a:t>
            </a:r>
          </a:p>
        </p:txBody>
      </p:sp>
      <p:sp>
        <p:nvSpPr>
          <p:cNvPr id="10" name="Text Placeholder 19">
            <a:extLst>
              <a:ext uri="{FF2B5EF4-FFF2-40B4-BE49-F238E27FC236}">
                <a16:creationId xmlns:a16="http://schemas.microsoft.com/office/drawing/2014/main" id="{8E0F5BC6-A08D-0F0C-F438-EFBC2B24B756}"/>
              </a:ext>
            </a:extLst>
          </p:cNvPr>
          <p:cNvSpPr>
            <a:spLocks noGrp="1"/>
          </p:cNvSpPr>
          <p:nvPr>
            <p:ph type="body" sz="quarter" idx="32" hasCustomPrompt="1"/>
          </p:nvPr>
        </p:nvSpPr>
        <p:spPr>
          <a:xfrm>
            <a:off x="8288788" y="3948178"/>
            <a:ext cx="2230741" cy="920298"/>
          </a:xfrm>
          <a:prstGeom prst="rect">
            <a:avLst/>
          </a:prstGeom>
        </p:spPr>
        <p:txBody>
          <a:bodyPr/>
          <a:lstStyle>
            <a:lvl1pPr marL="0" indent="0" algn="ctr" defTabSz="914400" rtl="0" eaLnBrk="1" latinLnBrk="0" hangingPunct="1">
              <a:lnSpc>
                <a:spcPts val="2000"/>
              </a:lnSpc>
              <a:buNone/>
              <a:defRPr lang="en-US" sz="1800" kern="1200" dirty="0">
                <a:solidFill>
                  <a:schemeClr val="tx1"/>
                </a:solidFill>
                <a:latin typeface="Nunito Sans Normal" pitchFamily="2" charset="77"/>
                <a:ea typeface="Roboto" panose="02000000000000000000" pitchFamily="2" charset="0"/>
                <a:cs typeface="Open Sans Light" panose="020B0606030504020204" pitchFamily="34" charset="0"/>
              </a:defRPr>
            </a:lvl1pPr>
          </a:lstStyle>
          <a:p>
            <a:pPr lvl="0"/>
            <a:r>
              <a:rPr lang="en-US"/>
              <a:t>Descriptive text about presenter or team member can go here.</a:t>
            </a:r>
          </a:p>
        </p:txBody>
      </p:sp>
      <p:sp>
        <p:nvSpPr>
          <p:cNvPr id="39" name="Text Placeholder 19">
            <a:extLst>
              <a:ext uri="{FF2B5EF4-FFF2-40B4-BE49-F238E27FC236}">
                <a16:creationId xmlns:a16="http://schemas.microsoft.com/office/drawing/2014/main" id="{B89FC89A-B82D-8814-2C20-3D1838F34DB5}"/>
              </a:ext>
            </a:extLst>
          </p:cNvPr>
          <p:cNvSpPr>
            <a:spLocks noGrp="1"/>
          </p:cNvSpPr>
          <p:nvPr>
            <p:ph type="body" sz="quarter" idx="25" hasCustomPrompt="1"/>
          </p:nvPr>
        </p:nvSpPr>
        <p:spPr>
          <a:xfrm>
            <a:off x="1469783" y="5658525"/>
            <a:ext cx="9252437" cy="464484"/>
          </a:xfrm>
          <a:prstGeom prst="rect">
            <a:avLst/>
          </a:prstGeom>
        </p:spPr>
        <p:txBody>
          <a:bodyPr/>
          <a:lstStyle>
            <a:lvl1pPr marL="0" indent="0" algn="ctr" defTabSz="914400" rtl="0" eaLnBrk="1" latinLnBrk="0" hangingPunct="1">
              <a:lnSpc>
                <a:spcPts val="2000"/>
              </a:lnSpc>
              <a:buNone/>
              <a:defRPr lang="en-US" sz="1800" kern="1200" dirty="0">
                <a:solidFill>
                  <a:schemeClr val="tx1"/>
                </a:solidFill>
                <a:latin typeface="Nunito Sans Normal" pitchFamily="2" charset="77"/>
                <a:ea typeface="Roboto" panose="02000000000000000000" pitchFamily="2" charset="0"/>
                <a:cs typeface="Open Sans Light" panose="020B0606030504020204" pitchFamily="34" charset="0"/>
              </a:defRPr>
            </a:lvl1pPr>
          </a:lstStyle>
          <a:p>
            <a:pPr lvl="0"/>
            <a:r>
              <a:rPr lang="en-US"/>
              <a:t>Additional text of your choice can go here. This could be an overview of what the team does, or a summary of meeting objectives.</a:t>
            </a:r>
          </a:p>
        </p:txBody>
      </p:sp>
    </p:spTree>
    <p:extLst>
      <p:ext uri="{BB962C8B-B14F-4D97-AF65-F5344CB8AC3E}">
        <p14:creationId xmlns:p14="http://schemas.microsoft.com/office/powerpoint/2010/main" val="252225478"/>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Closing_ContactInfo">
    <p:bg>
      <p:bgPr>
        <a:solidFill>
          <a:schemeClr val="bg1"/>
        </a:solidFill>
        <a:effectLst/>
      </p:bgPr>
    </p:bg>
    <p:spTree>
      <p:nvGrpSpPr>
        <p:cNvPr id="1" name=""/>
        <p:cNvGrpSpPr/>
        <p:nvPr/>
      </p:nvGrpSpPr>
      <p:grpSpPr>
        <a:xfrm>
          <a:off x="0" y="0"/>
          <a:ext cx="0" cy="0"/>
          <a:chOff x="0" y="0"/>
          <a:chExt cx="0" cy="0"/>
        </a:xfrm>
      </p:grpSpPr>
      <p:sp>
        <p:nvSpPr>
          <p:cNvPr id="9" name="Title 7">
            <a:extLst>
              <a:ext uri="{FF2B5EF4-FFF2-40B4-BE49-F238E27FC236}">
                <a16:creationId xmlns:a16="http://schemas.microsoft.com/office/drawing/2014/main" id="{E16EFD50-5CA9-27B6-6E4C-9CEC1CD99793}"/>
              </a:ext>
            </a:extLst>
          </p:cNvPr>
          <p:cNvSpPr>
            <a:spLocks noGrp="1"/>
          </p:cNvSpPr>
          <p:nvPr>
            <p:ph type="title" hasCustomPrompt="1"/>
          </p:nvPr>
        </p:nvSpPr>
        <p:spPr>
          <a:xfrm>
            <a:off x="525968" y="1463095"/>
            <a:ext cx="3004946" cy="994143"/>
          </a:xfrm>
        </p:spPr>
        <p:txBody>
          <a:bodyPr/>
          <a:lstStyle>
            <a:lvl1pPr>
              <a:lnSpc>
                <a:spcPct val="100000"/>
              </a:lnSpc>
              <a:defRPr sz="4000">
                <a:solidFill>
                  <a:schemeClr val="tx1"/>
                </a:solidFill>
              </a:defRPr>
            </a:lvl1pPr>
          </a:lstStyle>
          <a:p>
            <a:r>
              <a:rPr lang="en-US"/>
              <a:t>Contact Info:</a:t>
            </a:r>
          </a:p>
        </p:txBody>
      </p:sp>
      <p:pic>
        <p:nvPicPr>
          <p:cNvPr id="3" name="Picture 2" descr="U.S. Centers for Disease Control and Prevention">
            <a:extLst>
              <a:ext uri="{FF2B5EF4-FFF2-40B4-BE49-F238E27FC236}">
                <a16:creationId xmlns:a16="http://schemas.microsoft.com/office/drawing/2014/main" id="{0E41121D-4275-A02E-455A-92E21792920B}"/>
              </a:ext>
            </a:extLst>
          </p:cNvPr>
          <p:cNvPicPr>
            <a:picLocks noGrp="1" noRot="1" noChangeAspect="1" noMove="1" noResize="1" noEditPoints="1" noAdjustHandles="1" noChangeArrowheads="1" noChangeShapeType="1" noCrop="1"/>
          </p:cNvPicPr>
          <p:nvPr userDrawn="1"/>
        </p:nvPicPr>
        <p:blipFill>
          <a:blip r:embed="rId2"/>
          <a:stretch>
            <a:fillRect/>
          </a:stretch>
        </p:blipFill>
        <p:spPr>
          <a:xfrm>
            <a:off x="10165978" y="5496168"/>
            <a:ext cx="1445079" cy="914400"/>
          </a:xfrm>
          <a:prstGeom prst="rect">
            <a:avLst/>
          </a:prstGeom>
        </p:spPr>
      </p:pic>
      <p:sp>
        <p:nvSpPr>
          <p:cNvPr id="13" name="Picture Placeholder 7" descr="Profile picture of presenter">
            <a:extLst>
              <a:ext uri="{FF2B5EF4-FFF2-40B4-BE49-F238E27FC236}">
                <a16:creationId xmlns:a16="http://schemas.microsoft.com/office/drawing/2014/main" id="{032E9D81-53DC-E9E9-97C6-B1AEB4C2E061}"/>
              </a:ext>
            </a:extLst>
          </p:cNvPr>
          <p:cNvSpPr>
            <a:spLocks noGrp="1"/>
          </p:cNvSpPr>
          <p:nvPr>
            <p:ph type="pic" sz="quarter" idx="10"/>
          </p:nvPr>
        </p:nvSpPr>
        <p:spPr>
          <a:xfrm>
            <a:off x="469126" y="2673273"/>
            <a:ext cx="1595344" cy="1595344"/>
          </a:xfrm>
          <a:custGeom>
            <a:avLst/>
            <a:gdLst>
              <a:gd name="connsiteX0" fmla="*/ 1672045 w 3344091"/>
              <a:gd name="connsiteY0" fmla="*/ 0 h 3344091"/>
              <a:gd name="connsiteX1" fmla="*/ 3344091 w 3344091"/>
              <a:gd name="connsiteY1" fmla="*/ 1672046 h 3344091"/>
              <a:gd name="connsiteX2" fmla="*/ 1672045 w 3344091"/>
              <a:gd name="connsiteY2" fmla="*/ 3344091 h 3344091"/>
              <a:gd name="connsiteX3" fmla="*/ 0 w 3344091"/>
              <a:gd name="connsiteY3" fmla="*/ 1672046 h 3344091"/>
              <a:gd name="connsiteX4" fmla="*/ 1672045 w 3344091"/>
              <a:gd name="connsiteY4" fmla="*/ 0 h 33440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44091" h="3344091">
                <a:moveTo>
                  <a:pt x="1672045" y="0"/>
                </a:moveTo>
                <a:cubicBezTo>
                  <a:pt x="2595492" y="0"/>
                  <a:pt x="3344091" y="748601"/>
                  <a:pt x="3344091" y="1672046"/>
                </a:cubicBezTo>
                <a:cubicBezTo>
                  <a:pt x="3344091" y="2595490"/>
                  <a:pt x="2595492" y="3344091"/>
                  <a:pt x="1672045" y="3344091"/>
                </a:cubicBezTo>
                <a:cubicBezTo>
                  <a:pt x="748601" y="3344091"/>
                  <a:pt x="0" y="2595490"/>
                  <a:pt x="0" y="1672046"/>
                </a:cubicBezTo>
                <a:cubicBezTo>
                  <a:pt x="0" y="748601"/>
                  <a:pt x="748601" y="0"/>
                  <a:pt x="1672045" y="0"/>
                </a:cubicBezTo>
                <a:close/>
              </a:path>
            </a:pathLst>
          </a:custGeom>
          <a:pattFill prst="pct5">
            <a:fgClr>
              <a:schemeClr val="accent1"/>
            </a:fgClr>
            <a:bgClr>
              <a:schemeClr val="bg1"/>
            </a:bgClr>
          </a:pattFill>
        </p:spPr>
        <p:txBody>
          <a:bodyPr wrap="square">
            <a:noAutofit/>
          </a:bodyPr>
          <a:lstStyle>
            <a:lvl1pPr>
              <a:defRPr sz="1200">
                <a:solidFill>
                  <a:schemeClr val="tx1"/>
                </a:solidFill>
              </a:defRPr>
            </a:lvl1pPr>
          </a:lstStyle>
          <a:p>
            <a:r>
              <a:rPr lang="en-US"/>
              <a:t>Click icon to add picture</a:t>
            </a:r>
          </a:p>
        </p:txBody>
      </p:sp>
      <p:sp>
        <p:nvSpPr>
          <p:cNvPr id="5" name="Text Placeholder 49">
            <a:extLst>
              <a:ext uri="{FF2B5EF4-FFF2-40B4-BE49-F238E27FC236}">
                <a16:creationId xmlns:a16="http://schemas.microsoft.com/office/drawing/2014/main" id="{8E83E552-9002-8D41-A1B5-518E6ACE00EB}"/>
              </a:ext>
            </a:extLst>
          </p:cNvPr>
          <p:cNvSpPr>
            <a:spLocks noGrp="1"/>
          </p:cNvSpPr>
          <p:nvPr>
            <p:ph type="body" sz="quarter" idx="14" hasCustomPrompt="1"/>
          </p:nvPr>
        </p:nvSpPr>
        <p:spPr>
          <a:xfrm>
            <a:off x="2220778" y="2631347"/>
            <a:ext cx="3875223" cy="1876509"/>
          </a:xfrm>
          <a:prstGeom prst="rect">
            <a:avLst/>
          </a:prstGeom>
        </p:spPr>
        <p:txBody>
          <a:bodyPr>
            <a:noAutofit/>
          </a:bodyPr>
          <a:lstStyle>
            <a:lvl1pPr marL="0" marR="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sz="1800" b="1" i="0">
                <a:solidFill>
                  <a:schemeClr val="tx1"/>
                </a:solidFill>
                <a:latin typeface="Nunito Sans Normal" pitchFamily="2" charset="77"/>
                <a:ea typeface="Roboto Medium" panose="02000000000000000000" pitchFamily="2" charset="0"/>
              </a:defRPr>
            </a:lvl1pPr>
          </a:lstStyle>
          <a:p>
            <a:pPr lvl="0"/>
            <a:r>
              <a:rPr lang="en-US"/>
              <a:t>Name</a:t>
            </a:r>
          </a:p>
          <a:p>
            <a:pPr lvl="0"/>
            <a:r>
              <a:rPr lang="en-US"/>
              <a:t>Job Title</a:t>
            </a:r>
          </a:p>
          <a:p>
            <a:pPr lvl="0"/>
            <a:r>
              <a:rPr lang="en-US"/>
              <a:t>Division</a:t>
            </a:r>
          </a:p>
          <a:p>
            <a:pPr lvl="0"/>
            <a:r>
              <a:rPr lang="en-US"/>
              <a:t>Center/Institute/Office</a:t>
            </a:r>
          </a:p>
          <a:p>
            <a:pPr lvl="0"/>
            <a:r>
              <a:rPr lang="en-US"/>
              <a:t>Email | Phone</a:t>
            </a:r>
          </a:p>
        </p:txBody>
      </p:sp>
    </p:spTree>
    <p:extLst>
      <p:ext uri="{BB962C8B-B14F-4D97-AF65-F5344CB8AC3E}">
        <p14:creationId xmlns:p14="http://schemas.microsoft.com/office/powerpoint/2010/main" val="3547430756"/>
      </p:ext>
    </p:extLst>
  </p:cSld>
  <p:clrMapOvr>
    <a:overrideClrMapping bg1="dk1" tx1="lt1" bg2="dk2" tx2="lt2" accent1="accent1" accent2="accent2" accent3="accent3" accent4="accent4" accent5="accent5" accent6="accent6" hlink="hlink" folHlink="folHlink"/>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Closing_Thankyou">
    <p:bg>
      <p:bgPr>
        <a:solidFill>
          <a:schemeClr val="tx2"/>
        </a:solidFill>
        <a:effectLst/>
      </p:bgPr>
    </p:bg>
    <p:spTree>
      <p:nvGrpSpPr>
        <p:cNvPr id="1" name=""/>
        <p:cNvGrpSpPr/>
        <p:nvPr/>
      </p:nvGrpSpPr>
      <p:grpSpPr>
        <a:xfrm>
          <a:off x="0" y="0"/>
          <a:ext cx="0" cy="0"/>
          <a:chOff x="0" y="0"/>
          <a:chExt cx="0" cy="0"/>
        </a:xfrm>
      </p:grpSpPr>
      <p:sp>
        <p:nvSpPr>
          <p:cNvPr id="9" name="Title 7">
            <a:extLst>
              <a:ext uri="{FF2B5EF4-FFF2-40B4-BE49-F238E27FC236}">
                <a16:creationId xmlns:a16="http://schemas.microsoft.com/office/drawing/2014/main" id="{E16EFD50-5CA9-27B6-6E4C-9CEC1CD99793}"/>
              </a:ext>
            </a:extLst>
          </p:cNvPr>
          <p:cNvSpPr>
            <a:spLocks noGrp="1"/>
          </p:cNvSpPr>
          <p:nvPr>
            <p:ph type="title" hasCustomPrompt="1"/>
          </p:nvPr>
        </p:nvSpPr>
        <p:spPr>
          <a:xfrm>
            <a:off x="525968" y="1463095"/>
            <a:ext cx="3004946" cy="994143"/>
          </a:xfrm>
        </p:spPr>
        <p:txBody>
          <a:bodyPr/>
          <a:lstStyle>
            <a:lvl1pPr>
              <a:lnSpc>
                <a:spcPct val="100000"/>
              </a:lnSpc>
              <a:defRPr sz="4000">
                <a:solidFill>
                  <a:schemeClr val="bg2"/>
                </a:solidFill>
              </a:defRPr>
            </a:lvl1pPr>
          </a:lstStyle>
          <a:p>
            <a:r>
              <a:rPr lang="en-US"/>
              <a:t>Thank you.</a:t>
            </a:r>
          </a:p>
        </p:txBody>
      </p:sp>
      <p:pic>
        <p:nvPicPr>
          <p:cNvPr id="2" name="Picture 1" descr="U.S. Centers for Disease Control and Prevention">
            <a:extLst>
              <a:ext uri="{FF2B5EF4-FFF2-40B4-BE49-F238E27FC236}">
                <a16:creationId xmlns:a16="http://schemas.microsoft.com/office/drawing/2014/main" id="{3F308D8A-98FB-A14F-869C-C7DA2E292297}"/>
              </a:ext>
            </a:extLst>
          </p:cNvPr>
          <p:cNvPicPr>
            <a:picLocks noGrp="1" noRot="1" noChangeAspect="1" noMove="1" noResize="1" noEditPoints="1" noAdjustHandles="1" noChangeArrowheads="1" noChangeShapeType="1" noCrop="1"/>
          </p:cNvPicPr>
          <p:nvPr userDrawn="1"/>
        </p:nvPicPr>
        <p:blipFill>
          <a:blip r:embed="rId2"/>
          <a:stretch>
            <a:fillRect/>
          </a:stretch>
        </p:blipFill>
        <p:spPr>
          <a:xfrm>
            <a:off x="10165978" y="5496168"/>
            <a:ext cx="1445079" cy="914400"/>
          </a:xfrm>
          <a:prstGeom prst="rect">
            <a:avLst/>
          </a:prstGeom>
        </p:spPr>
      </p:pic>
      <p:sp>
        <p:nvSpPr>
          <p:cNvPr id="4" name="TextBox 3">
            <a:extLst>
              <a:ext uri="{FF2B5EF4-FFF2-40B4-BE49-F238E27FC236}">
                <a16:creationId xmlns:a16="http://schemas.microsoft.com/office/drawing/2014/main" id="{FDCC61B5-4E74-61A5-4872-A535DC2C13E8}"/>
              </a:ext>
            </a:extLst>
          </p:cNvPr>
          <p:cNvSpPr txBox="1">
            <a:spLocks noGrp="1" noRot="1" noMove="1" noResize="1" noEditPoints="1" noAdjustHandles="1" noChangeArrowheads="1" noChangeShapeType="1"/>
          </p:cNvSpPr>
          <p:nvPr userDrawn="1"/>
        </p:nvSpPr>
        <p:spPr>
          <a:xfrm>
            <a:off x="525968" y="4240745"/>
            <a:ext cx="7520754" cy="2308324"/>
          </a:xfrm>
          <a:prstGeom prst="rect">
            <a:avLst/>
          </a:prstGeom>
          <a:noFill/>
        </p:spPr>
        <p:txBody>
          <a:bodyPr wrap="square" rtlCol="0">
            <a:spAutoFit/>
          </a:bodyPr>
          <a:lstStyle/>
          <a:p>
            <a:pPr algn="l"/>
            <a:r>
              <a:rPr lang="en-US" sz="1800">
                <a:solidFill>
                  <a:schemeClr val="bg2"/>
                </a:solidFill>
                <a:latin typeface="+mn-lt"/>
              </a:rPr>
              <a:t>For more information, contact CDC</a:t>
            </a:r>
          </a:p>
          <a:p>
            <a:pPr algn="l"/>
            <a:r>
              <a:rPr lang="en-US" sz="1800">
                <a:solidFill>
                  <a:schemeClr val="bg2"/>
                </a:solidFill>
                <a:latin typeface="+mn-lt"/>
              </a:rPr>
              <a:t>1-800-CDC-INFO (232-4636)</a:t>
            </a:r>
          </a:p>
          <a:p>
            <a:pPr algn="l"/>
            <a:r>
              <a:rPr lang="en-US" sz="1800">
                <a:solidFill>
                  <a:schemeClr val="bg2"/>
                </a:solidFill>
                <a:latin typeface="+mn-lt"/>
              </a:rPr>
              <a:t>TTY:  1-888-232-6348  </a:t>
            </a:r>
            <a:r>
              <a:rPr lang="en-US" sz="1800" u="sng">
                <a:solidFill>
                  <a:schemeClr val="bg2"/>
                </a:solidFill>
                <a:latin typeface="+mn-lt"/>
                <a:hlinkClick r:id="rId3">
                  <a:extLst>
                    <a:ext uri="{A12FA001-AC4F-418D-AE19-62706E023703}">
                      <ahyp:hlinkClr xmlns:ahyp="http://schemas.microsoft.com/office/drawing/2018/hyperlinkcolor" val="tx"/>
                    </a:ext>
                  </a:extLst>
                </a:hlinkClick>
              </a:rPr>
              <a:t>https://www.cdc.gov/</a:t>
            </a:r>
            <a:endParaRPr lang="en-US" sz="1800" u="sng">
              <a:solidFill>
                <a:schemeClr val="bg2"/>
              </a:solidFill>
              <a:latin typeface="+mn-lt"/>
            </a:endParaRPr>
          </a:p>
          <a:p>
            <a:pPr algn="l"/>
            <a:r>
              <a:rPr lang="en-US" sz="1800">
                <a:solidFill>
                  <a:schemeClr val="bg2"/>
                </a:solidFill>
                <a:latin typeface="+mn-lt"/>
              </a:rPr>
              <a:t>Follow us on social </a:t>
            </a:r>
            <a:r>
              <a:rPr lang="en-US" sz="1800" b="1">
                <a:solidFill>
                  <a:schemeClr val="bg2"/>
                </a:solidFill>
                <a:latin typeface="+mn-lt"/>
              </a:rPr>
              <a:t>@CDCgov</a:t>
            </a:r>
          </a:p>
          <a:p>
            <a:pPr algn="l"/>
            <a:endParaRPr lang="en-US" sz="1800">
              <a:solidFill>
                <a:schemeClr val="bg2"/>
              </a:solidFill>
              <a:latin typeface="+mn-lt"/>
            </a:endParaRPr>
          </a:p>
          <a:p>
            <a:pPr algn="l"/>
            <a:r>
              <a:rPr lang="en-US" sz="1800">
                <a:solidFill>
                  <a:schemeClr val="bg2"/>
                </a:solidFill>
                <a:latin typeface="+mn-lt"/>
              </a:rPr>
              <a:t>The findings and conclusions in this report are those of the authors and do not necessarily represent the official position of the U. S. Centers for Disease Control and Prevention.</a:t>
            </a:r>
          </a:p>
        </p:txBody>
      </p:sp>
    </p:spTree>
    <p:extLst>
      <p:ext uri="{BB962C8B-B14F-4D97-AF65-F5344CB8AC3E}">
        <p14:creationId xmlns:p14="http://schemas.microsoft.com/office/powerpoint/2010/main" val="6960023"/>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1122364"/>
            <a:ext cx="10363200" cy="2387600"/>
          </a:xfrm>
        </p:spPr>
        <p:txBody>
          <a:bodyPr anchor="b"/>
          <a:lstStyle>
            <a:lvl1pPr algn="ctr">
              <a:defRPr sz="3375"/>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1350"/>
            </a:lvl1pPr>
            <a:lvl2pPr marL="257175" indent="0" algn="ctr">
              <a:buNone/>
              <a:defRPr sz="1125"/>
            </a:lvl2pPr>
            <a:lvl3pPr marL="514350" indent="0" algn="ctr">
              <a:buNone/>
              <a:defRPr sz="1013"/>
            </a:lvl3pPr>
            <a:lvl4pPr marL="771525" indent="0" algn="ctr">
              <a:buNone/>
              <a:defRPr sz="900"/>
            </a:lvl4pPr>
            <a:lvl5pPr marL="1028700" indent="0" algn="ctr">
              <a:buNone/>
              <a:defRPr sz="900"/>
            </a:lvl5pPr>
            <a:lvl6pPr marL="1285875" indent="0" algn="ctr">
              <a:buNone/>
              <a:defRPr sz="900"/>
            </a:lvl6pPr>
            <a:lvl7pPr marL="1543050" indent="0" algn="ctr">
              <a:buNone/>
              <a:defRPr sz="900"/>
            </a:lvl7pPr>
            <a:lvl8pPr marL="1800225" indent="0" algn="ctr">
              <a:buNone/>
              <a:defRPr sz="900"/>
            </a:lvl8pPr>
            <a:lvl9pPr marL="2057400" indent="0" algn="ctr">
              <a:buNone/>
              <a:defRPr sz="9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3185337E-089F-4826-B007-198AD4CA7792}" type="datetimeFigureOut">
              <a:rPr lang="en-US" smtClean="0"/>
              <a:t>4/17/2026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0250533-0B70-4000-B866-FF80B78BF790}" type="slidenum">
              <a:rPr lang="en-US" smtClean="0"/>
              <a:t>‹#›</a:t>
            </a:fld>
            <a:endParaRPr lang="en-US"/>
          </a:p>
        </p:txBody>
      </p:sp>
    </p:spTree>
    <p:extLst>
      <p:ext uri="{BB962C8B-B14F-4D97-AF65-F5344CB8AC3E}">
        <p14:creationId xmlns:p14="http://schemas.microsoft.com/office/powerpoint/2010/main" val="114908706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theme" Target="../theme/theme1.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5F9E22D-06E4-4B59-85D8-4D4A90F7F3D2}"/>
              </a:ext>
            </a:extLst>
          </p:cNvPr>
          <p:cNvSpPr>
            <a:spLocks noGrp="1"/>
          </p:cNvSpPr>
          <p:nvPr>
            <p:ph type="title"/>
          </p:nvPr>
        </p:nvSpPr>
        <p:spPr>
          <a:xfrm>
            <a:off x="838202" y="365125"/>
            <a:ext cx="10515600" cy="1325563"/>
          </a:xfrm>
          <a:prstGeom prst="rect">
            <a:avLst/>
          </a:prstGeom>
        </p:spPr>
        <p:txBody>
          <a:bodyPr vert="horz" wrap="square" lIns="0" tIns="0" rIns="0" bIns="0" rtlCol="0" anchor="ctr">
            <a:noAutofit/>
          </a:bodyPr>
          <a:lstStyle/>
          <a:p>
            <a:r>
              <a:rPr lang="en-US"/>
              <a:t>Click to edit Master title style</a:t>
            </a:r>
          </a:p>
        </p:txBody>
      </p:sp>
      <p:sp>
        <p:nvSpPr>
          <p:cNvPr id="4" name="Date Placeholder 3">
            <a:extLst>
              <a:ext uri="{FF2B5EF4-FFF2-40B4-BE49-F238E27FC236}">
                <a16:creationId xmlns:a16="http://schemas.microsoft.com/office/drawing/2014/main" id="{AD19CEB7-33F4-4645-8E3E-8D3CC653622F}"/>
              </a:ext>
            </a:extLst>
          </p:cNvPr>
          <p:cNvSpPr>
            <a:spLocks noGrp="1"/>
          </p:cNvSpPr>
          <p:nvPr>
            <p:ph type="dt" sz="half" idx="2"/>
          </p:nvPr>
        </p:nvSpPr>
        <p:spPr>
          <a:xfrm>
            <a:off x="838201" y="6356351"/>
            <a:ext cx="2743200" cy="365125"/>
          </a:xfrm>
          <a:prstGeom prst="rect">
            <a:avLst/>
          </a:prstGeom>
        </p:spPr>
        <p:txBody>
          <a:bodyPr vert="horz" lIns="91440" tIns="45720" rIns="91440" bIns="45720" rtlCol="0" anchor="ctr"/>
          <a:lstStyle>
            <a:lvl1pPr algn="l">
              <a:defRPr sz="1200">
                <a:solidFill>
                  <a:schemeClr val="tx1">
                    <a:tint val="75000"/>
                  </a:schemeClr>
                </a:solidFill>
                <a:latin typeface="Arial" panose="020B0604020202020204" pitchFamily="34" charset="0"/>
                <a:cs typeface="Arial" panose="020B0604020202020204" pitchFamily="34" charset="0"/>
              </a:defRPr>
            </a:lvl1pPr>
          </a:lstStyle>
          <a:p>
            <a:fld id="{6A96C1D9-153B-45BB-B5DE-7579A53756C5}" type="datetimeFigureOut">
              <a:rPr lang="en-US" smtClean="0"/>
              <a:pPr/>
              <a:t>4/17/2026</a:t>
            </a:fld>
            <a:endParaRPr lang="en-US"/>
          </a:p>
        </p:txBody>
      </p:sp>
      <p:sp>
        <p:nvSpPr>
          <p:cNvPr id="5" name="Footer Placeholder 4">
            <a:extLst>
              <a:ext uri="{FF2B5EF4-FFF2-40B4-BE49-F238E27FC236}">
                <a16:creationId xmlns:a16="http://schemas.microsoft.com/office/drawing/2014/main" id="{D86E5BBB-F0DC-4236-B557-BBC972B565AF}"/>
              </a:ext>
            </a:extLst>
          </p:cNvPr>
          <p:cNvSpPr>
            <a:spLocks noGrp="1"/>
          </p:cNvSpPr>
          <p:nvPr>
            <p:ph type="ftr" sz="quarter" idx="3"/>
          </p:nvPr>
        </p:nvSpPr>
        <p:spPr>
          <a:xfrm>
            <a:off x="4038602" y="6356351"/>
            <a:ext cx="4114800" cy="365125"/>
          </a:xfrm>
          <a:prstGeom prst="rect">
            <a:avLst/>
          </a:prstGeom>
        </p:spPr>
        <p:txBody>
          <a:bodyPr vert="horz" lIns="91440" tIns="45720" rIns="91440" bIns="45720" rtlCol="0" anchor="ctr"/>
          <a:lstStyle>
            <a:lvl1pPr algn="ctr">
              <a:defRPr sz="1200">
                <a:solidFill>
                  <a:schemeClr val="tx1">
                    <a:tint val="75000"/>
                  </a:schemeClr>
                </a:solidFill>
                <a:latin typeface="Arial" panose="020B0604020202020204" pitchFamily="34" charset="0"/>
                <a:cs typeface="Arial" panose="020B0604020202020204" pitchFamily="34" charset="0"/>
              </a:defRPr>
            </a:lvl1pPr>
          </a:lstStyle>
          <a:p>
            <a:endParaRPr lang="en-US"/>
          </a:p>
        </p:txBody>
      </p:sp>
      <p:sp>
        <p:nvSpPr>
          <p:cNvPr id="6" name="Slide Number Placeholder 5">
            <a:extLst>
              <a:ext uri="{FF2B5EF4-FFF2-40B4-BE49-F238E27FC236}">
                <a16:creationId xmlns:a16="http://schemas.microsoft.com/office/drawing/2014/main" id="{F02BC573-5124-4BE4-9F53-54FD46317255}"/>
              </a:ext>
            </a:extLst>
          </p:cNvPr>
          <p:cNvSpPr>
            <a:spLocks noGrp="1"/>
          </p:cNvSpPr>
          <p:nvPr>
            <p:ph type="sldNum" sz="quarter" idx="4"/>
          </p:nvPr>
        </p:nvSpPr>
        <p:spPr>
          <a:xfrm>
            <a:off x="8610601" y="6356351"/>
            <a:ext cx="2743200" cy="365125"/>
          </a:xfrm>
          <a:prstGeom prst="rect">
            <a:avLst/>
          </a:prstGeom>
        </p:spPr>
        <p:txBody>
          <a:bodyPr vert="horz" lIns="91440" tIns="45720" rIns="91440" bIns="45720" rtlCol="0" anchor="ctr"/>
          <a:lstStyle>
            <a:lvl1pPr algn="r">
              <a:defRPr sz="1200">
                <a:solidFill>
                  <a:schemeClr val="tx1">
                    <a:tint val="75000"/>
                  </a:schemeClr>
                </a:solidFill>
                <a:latin typeface="Arial" panose="020B0604020202020204" pitchFamily="34" charset="0"/>
                <a:cs typeface="Arial" panose="020B0604020202020204" pitchFamily="34" charset="0"/>
              </a:defRPr>
            </a:lvl1pPr>
          </a:lstStyle>
          <a:p>
            <a:fld id="{7FC2952A-0647-46EA-8310-EDCEE27AFBD9}" type="slidenum">
              <a:rPr lang="en-US" smtClean="0"/>
              <a:pPr/>
              <a:t>‹#›</a:t>
            </a:fld>
            <a:endParaRPr lang="en-US"/>
          </a:p>
        </p:txBody>
      </p:sp>
      <p:sp>
        <p:nvSpPr>
          <p:cNvPr id="7" name="Text Placeholder 2">
            <a:extLst>
              <a:ext uri="{FF2B5EF4-FFF2-40B4-BE49-F238E27FC236}">
                <a16:creationId xmlns:a16="http://schemas.microsoft.com/office/drawing/2014/main" id="{8D9B7916-FB13-1A93-A94E-3499172505D5}"/>
              </a:ext>
            </a:extLst>
          </p:cNvPr>
          <p:cNvSpPr>
            <a:spLocks noGrp="1"/>
          </p:cNvSpPr>
          <p:nvPr>
            <p:ph type="body" idx="1"/>
          </p:nvPr>
        </p:nvSpPr>
        <p:spPr>
          <a:xfrm>
            <a:off x="838202" y="1825625"/>
            <a:ext cx="10515600" cy="4351338"/>
          </a:xfrm>
          <a:prstGeom prst="rect">
            <a:avLst/>
          </a:prstGeom>
        </p:spPr>
        <p:txBody>
          <a:bodyPr vert="horz" lIns="0" tIns="0" rIns="0" bIns="0" rtlCol="0">
            <a:noAutofit/>
          </a:bodyPr>
          <a:lstStyle/>
          <a:p>
            <a:pPr lvl="0"/>
            <a:r>
              <a:rPr lang="en-US"/>
              <a:t>Click to edit Master text styles</a:t>
            </a:r>
          </a:p>
          <a:p>
            <a:pPr lvl="0"/>
            <a:r>
              <a:rPr lang="en-US"/>
              <a:t>First level bullets</a:t>
            </a:r>
          </a:p>
          <a:p>
            <a:pPr lvl="1"/>
            <a:r>
              <a:rPr lang="en-US"/>
              <a:t>Second level bullets</a:t>
            </a:r>
          </a:p>
          <a:p>
            <a:pPr lvl="2"/>
            <a:r>
              <a:rPr lang="en-US"/>
              <a:t>Third level </a:t>
            </a:r>
          </a:p>
          <a:p>
            <a:pPr lvl="3"/>
            <a:r>
              <a:rPr lang="en-US"/>
              <a:t>Fourth level</a:t>
            </a:r>
          </a:p>
          <a:p>
            <a:pPr lvl="0"/>
            <a:endParaRPr lang="en-US"/>
          </a:p>
        </p:txBody>
      </p:sp>
    </p:spTree>
    <p:extLst>
      <p:ext uri="{BB962C8B-B14F-4D97-AF65-F5344CB8AC3E}">
        <p14:creationId xmlns:p14="http://schemas.microsoft.com/office/powerpoint/2010/main" val="4168118617"/>
      </p:ext>
    </p:extLst>
  </p:cSld>
  <p:clrMap bg1="lt1" tx1="dk1" bg2="lt2" tx2="dk2" accent1="accent1" accent2="accent2" accent3="accent3" accent4="accent4" accent5="accent5" accent6="accent6" hlink="hlink" folHlink="folHlink"/>
  <p:sldLayoutIdLst>
    <p:sldLayoutId id="2147483701" r:id="rId1"/>
    <p:sldLayoutId id="2147483704" r:id="rId2"/>
    <p:sldLayoutId id="2147483703" r:id="rId3"/>
    <p:sldLayoutId id="2147483702" r:id="rId4"/>
    <p:sldLayoutId id="2147483706" r:id="rId5"/>
    <p:sldLayoutId id="2147483752" r:id="rId6"/>
    <p:sldLayoutId id="2147483743" r:id="rId7"/>
    <p:sldLayoutId id="2147483746" r:id="rId8"/>
    <p:sldLayoutId id="2147483748" r:id="rId9"/>
    <p:sldLayoutId id="2147483740" r:id="rId10"/>
    <p:sldLayoutId id="2147483745" r:id="rId11"/>
    <p:sldLayoutId id="2147483738" r:id="rId12"/>
    <p:sldLayoutId id="2147483742" r:id="rId13"/>
    <p:sldLayoutId id="2147483736" r:id="rId14"/>
    <p:sldLayoutId id="2147483749" r:id="rId15"/>
    <p:sldLayoutId id="2147483750" r:id="rId16"/>
    <p:sldLayoutId id="2147483735" r:id="rId17"/>
    <p:sldLayoutId id="2147483708" r:id="rId18"/>
    <p:sldLayoutId id="2147483709" r:id="rId19"/>
    <p:sldLayoutId id="2147483711" r:id="rId20"/>
    <p:sldLayoutId id="2147483698" r:id="rId21"/>
    <p:sldLayoutId id="2147483733" r:id="rId22"/>
    <p:sldLayoutId id="2147483719" r:id="rId23"/>
    <p:sldLayoutId id="2147483710" r:id="rId24"/>
    <p:sldLayoutId id="2147483715" r:id="rId25"/>
    <p:sldLayoutId id="2147483721" r:id="rId26"/>
    <p:sldLayoutId id="2147483714" r:id="rId27"/>
    <p:sldLayoutId id="2147483720" r:id="rId28"/>
    <p:sldLayoutId id="2147483716" r:id="rId29"/>
    <p:sldLayoutId id="2147483722" r:id="rId30"/>
    <p:sldLayoutId id="2147483717" r:id="rId31"/>
    <p:sldLayoutId id="2147483718" r:id="rId32"/>
    <p:sldLayoutId id="2147483744" r:id="rId33"/>
    <p:sldLayoutId id="2147483747" r:id="rId34"/>
    <p:sldLayoutId id="2147483753" r:id="rId35"/>
  </p:sldLayoutIdLst>
  <p:txStyles>
    <p:titleStyle>
      <a:lvl1pPr algn="l" defTabSz="914400" rtl="0" eaLnBrk="1" latinLnBrk="0" hangingPunct="1">
        <a:lnSpc>
          <a:spcPct val="90000"/>
        </a:lnSpc>
        <a:spcBef>
          <a:spcPct val="0"/>
        </a:spcBef>
        <a:buNone/>
        <a:defRPr sz="2600" b="1" kern="1200">
          <a:solidFill>
            <a:schemeClr val="tx1"/>
          </a:solidFill>
          <a:latin typeface="Roboto" panose="02000000000000000000" pitchFamily="2" charset="0"/>
          <a:ea typeface="Roboto" panose="02000000000000000000" pitchFamily="2" charset="0"/>
          <a:cs typeface="Arial" panose="020B0604020202020204" pitchFamily="34" charset="0"/>
        </a:defRPr>
      </a:lvl1pPr>
    </p:titleStyle>
    <p:bodyStyle>
      <a:lvl1pPr marL="285750" indent="-28575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Nunito Sans Normal" pitchFamily="2" charset="77"/>
          <a:ea typeface="+mn-ea"/>
          <a:cs typeface="Arial" panose="020B0604020202020204" pitchFamily="34" charset="0"/>
        </a:defRPr>
      </a:lvl1pPr>
      <a:lvl2pPr marL="685800" indent="-228600" algn="l" defTabSz="914400" rtl="0" eaLnBrk="1" latinLnBrk="0" hangingPunct="1">
        <a:lnSpc>
          <a:spcPct val="90000"/>
        </a:lnSpc>
        <a:spcBef>
          <a:spcPts val="500"/>
        </a:spcBef>
        <a:buFont typeface="Courier New" panose="02070309020205020404" pitchFamily="49" charset="0"/>
        <a:buChar char="o"/>
        <a:defRPr sz="1800" kern="1200">
          <a:solidFill>
            <a:schemeClr val="tx1"/>
          </a:solidFill>
          <a:latin typeface="Nunito Sans Normal" pitchFamily="2" charset="77"/>
          <a:ea typeface="+mn-ea"/>
          <a:cs typeface="Arial" panose="020B0604020202020204" pitchFamily="34" charset="0"/>
        </a:defRPr>
      </a:lvl2pPr>
      <a:lvl3pPr marL="1143000" indent="-228600" algn="l" defTabSz="914400" rtl="0" eaLnBrk="1" latinLnBrk="0" hangingPunct="1">
        <a:lnSpc>
          <a:spcPct val="90000"/>
        </a:lnSpc>
        <a:spcBef>
          <a:spcPts val="500"/>
        </a:spcBef>
        <a:buFont typeface="Wingdings" panose="05000000000000000000" pitchFamily="2" charset="2"/>
        <a:buChar char="§"/>
        <a:defRPr sz="1800" kern="1200">
          <a:solidFill>
            <a:schemeClr val="tx1"/>
          </a:solidFill>
          <a:latin typeface="Nunito Sans Normal" pitchFamily="2" charset="77"/>
          <a:ea typeface="+mn-ea"/>
          <a:cs typeface="Arial" panose="020B0604020202020204" pitchFamily="34" charset="0"/>
        </a:defRPr>
      </a:lvl3pPr>
      <a:lvl4pPr marL="1600200" indent="-228600" algn="l" defTabSz="914400" rtl="0" eaLnBrk="1" latinLnBrk="0" hangingPunct="1">
        <a:lnSpc>
          <a:spcPct val="90000"/>
        </a:lnSpc>
        <a:spcBef>
          <a:spcPts val="500"/>
        </a:spcBef>
        <a:buFontTx/>
        <a:buChar char="›"/>
        <a:defRPr sz="1800" kern="1200">
          <a:solidFill>
            <a:schemeClr val="tx1"/>
          </a:solidFill>
          <a:latin typeface="Nunito Sans Normal" pitchFamily="2" charset="77"/>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Nunito Sans Normal" pitchFamily="2" charset="77"/>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microbetrace.cdc.gov/MicrobeTrace/" TargetMode="External"/><Relationship Id="rId2" Type="http://schemas.openxmlformats.org/officeDocument/2006/relationships/notesSlide" Target="../notesSlides/notesSlide1.xml"/><Relationship Id="rId1" Type="http://schemas.openxmlformats.org/officeDocument/2006/relationships/slideLayout" Target="../slideLayouts/slideLayout5.xml"/><Relationship Id="rId6" Type="http://schemas.openxmlformats.org/officeDocument/2006/relationships/image" Target="../media/image5.svg"/><Relationship Id="rId5" Type="http://schemas.openxmlformats.org/officeDocument/2006/relationships/image" Target="../media/image4.pn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8" Type="http://schemas.openxmlformats.org/officeDocument/2006/relationships/image" Target="../media/image4.png"/><Relationship Id="rId3" Type="http://schemas.openxmlformats.org/officeDocument/2006/relationships/image" Target="../media/image7.png"/><Relationship Id="rId7" Type="http://schemas.openxmlformats.org/officeDocument/2006/relationships/image" Target="../media/image11.png"/><Relationship Id="rId2" Type="http://schemas.openxmlformats.org/officeDocument/2006/relationships/image" Target="../media/image6.png"/><Relationship Id="rId1" Type="http://schemas.openxmlformats.org/officeDocument/2006/relationships/slideLayout" Target="../slideLayouts/slideLayout9.xml"/><Relationship Id="rId6" Type="http://schemas.openxmlformats.org/officeDocument/2006/relationships/image" Target="../media/image10.gif"/><Relationship Id="rId5" Type="http://schemas.openxmlformats.org/officeDocument/2006/relationships/image" Target="../media/image9.png"/><Relationship Id="rId4" Type="http://schemas.openxmlformats.org/officeDocument/2006/relationships/image" Target="../media/image8.jpeg"/><Relationship Id="rId9" Type="http://schemas.openxmlformats.org/officeDocument/2006/relationships/image" Target="../media/image5.svg"/></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2.png"/><Relationship Id="rId1" Type="http://schemas.openxmlformats.org/officeDocument/2006/relationships/slideLayout" Target="../slideLayouts/slideLayout9.xml"/><Relationship Id="rId4" Type="http://schemas.openxmlformats.org/officeDocument/2006/relationships/image" Target="../media/image5.svg"/></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9.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4.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5.xml"/><Relationship Id="rId4" Type="http://schemas.openxmlformats.org/officeDocument/2006/relationships/image" Target="../media/image5.svg"/></Relationships>
</file>

<file path=ppt/slides/_rels/slide7.xml.rels><?xml version="1.0" encoding="UTF-8" standalone="yes"?>
<Relationships xmlns="http://schemas.openxmlformats.org/package/2006/relationships"><Relationship Id="rId3" Type="http://schemas.openxmlformats.org/officeDocument/2006/relationships/hyperlink" Target="https://github.com/DNA-Bioboss/2026_AMD_Academy_MicrobeTrace_S1.git" TargetMode="External"/><Relationship Id="rId2" Type="http://schemas.openxmlformats.org/officeDocument/2006/relationships/notesSlide" Target="../notesSlides/notesSlide3.xml"/><Relationship Id="rId1" Type="http://schemas.openxmlformats.org/officeDocument/2006/relationships/slideLayout" Target="../slideLayouts/slideLayout7.xml"/><Relationship Id="rId4" Type="http://schemas.openxmlformats.org/officeDocument/2006/relationships/hyperlink" Target="https://microbetrace.cdc.gov/MicrobeTrace/" TargetMode="Externa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5.xml"/><Relationship Id="rId4" Type="http://schemas.openxmlformats.org/officeDocument/2006/relationships/image" Target="../media/image5.svg"/></Relationships>
</file>

<file path=ppt/slides/_rels/slide9.xml.rels><?xml version="1.0" encoding="UTF-8" standalone="yes"?>
<Relationships xmlns="http://schemas.openxmlformats.org/package/2006/relationships"><Relationship Id="rId3" Type="http://schemas.openxmlformats.org/officeDocument/2006/relationships/hyperlink" Target="https://github.com/DNA-Bioboss/2026_AMD_Academy_MicrobeTrace_S1.git" TargetMode="External"/><Relationship Id="rId2" Type="http://schemas.openxmlformats.org/officeDocument/2006/relationships/notesSlide" Target="../notesSlides/notesSlide5.xml"/><Relationship Id="rId1" Type="http://schemas.openxmlformats.org/officeDocument/2006/relationships/slideLayout" Target="../slideLayouts/slideLayout7.xml"/><Relationship Id="rId4" Type="http://schemas.openxmlformats.org/officeDocument/2006/relationships/hyperlink" Target="https://microbetrace.cdc.gov/MicrobeTrace/" TargetMode="External"/></Relationships>
</file>

<file path=ppt/slides/_rels/slide10.xml.rels><?xml version="1.0" encoding="UTF-8" standalone="yes"?>
<Relationships xmlns="http://schemas.openxmlformats.org/package/2006/relationships"><Relationship Id="rId8" Type="http://schemas.openxmlformats.org/officeDocument/2006/relationships/image" Target="../media/image18.png"/><Relationship Id="rId13" Type="http://schemas.openxmlformats.org/officeDocument/2006/relationships/image" Target="../media/image23.png"/><Relationship Id="rId18" Type="http://schemas.openxmlformats.org/officeDocument/2006/relationships/image" Target="../media/image28.png"/><Relationship Id="rId3" Type="http://schemas.openxmlformats.org/officeDocument/2006/relationships/image" Target="../media/image13.png"/><Relationship Id="rId7" Type="http://schemas.openxmlformats.org/officeDocument/2006/relationships/image" Target="../media/image17.png"/><Relationship Id="rId12" Type="http://schemas.openxmlformats.org/officeDocument/2006/relationships/image" Target="../media/image22.png"/><Relationship Id="rId17" Type="http://schemas.openxmlformats.org/officeDocument/2006/relationships/image" Target="../media/image27.png"/><Relationship Id="rId2" Type="http://schemas.openxmlformats.org/officeDocument/2006/relationships/notesSlide" Target="../notesSlides/notesSlide6.xml"/><Relationship Id="rId16" Type="http://schemas.openxmlformats.org/officeDocument/2006/relationships/image" Target="../media/image26.png"/><Relationship Id="rId1" Type="http://schemas.openxmlformats.org/officeDocument/2006/relationships/slideLayout" Target="../slideLayouts/slideLayout35.xml"/><Relationship Id="rId6" Type="http://schemas.openxmlformats.org/officeDocument/2006/relationships/image" Target="../media/image16.png"/><Relationship Id="rId11" Type="http://schemas.openxmlformats.org/officeDocument/2006/relationships/image" Target="../media/image21.png"/><Relationship Id="rId5" Type="http://schemas.openxmlformats.org/officeDocument/2006/relationships/image" Target="../media/image15.png"/><Relationship Id="rId15" Type="http://schemas.openxmlformats.org/officeDocument/2006/relationships/image" Target="../media/image25.png"/><Relationship Id="rId10" Type="http://schemas.openxmlformats.org/officeDocument/2006/relationships/image" Target="../media/image20.png"/><Relationship Id="rId19" Type="http://schemas.openxmlformats.org/officeDocument/2006/relationships/image" Target="../media/image29.png"/><Relationship Id="rId4" Type="http://schemas.openxmlformats.org/officeDocument/2006/relationships/image" Target="../media/image14.png"/><Relationship Id="rId9" Type="http://schemas.openxmlformats.org/officeDocument/2006/relationships/image" Target="../media/image19.png"/><Relationship Id="rId14" Type="http://schemas.openxmlformats.org/officeDocument/2006/relationships/image" Target="../media/image24.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accent3"/>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A1B72EB-C528-D2E1-CF37-1253B8F9A6EA}"/>
              </a:ext>
            </a:extLst>
          </p:cNvPr>
          <p:cNvSpPr>
            <a:spLocks noGrp="1"/>
          </p:cNvSpPr>
          <p:nvPr>
            <p:ph type="title"/>
          </p:nvPr>
        </p:nvSpPr>
        <p:spPr>
          <a:xfrm>
            <a:off x="3841449" y="3005263"/>
            <a:ext cx="6947504" cy="699746"/>
          </a:xfrm>
        </p:spPr>
        <p:txBody>
          <a:bodyPr/>
          <a:lstStyle/>
          <a:p>
            <a:r>
              <a:rPr lang="en-US" dirty="0" err="1">
                <a:solidFill>
                  <a:schemeClr val="bg1"/>
                </a:solidFill>
              </a:rPr>
              <a:t>MicrobeTrace</a:t>
            </a:r>
            <a:r>
              <a:rPr lang="en-US" dirty="0">
                <a:solidFill>
                  <a:schemeClr val="bg1"/>
                </a:solidFill>
              </a:rPr>
              <a:t> 2.0: Live demo</a:t>
            </a:r>
          </a:p>
        </p:txBody>
      </p:sp>
      <p:sp>
        <p:nvSpPr>
          <p:cNvPr id="5" name="Text Placeholder 4">
            <a:extLst>
              <a:ext uri="{FF2B5EF4-FFF2-40B4-BE49-F238E27FC236}">
                <a16:creationId xmlns:a16="http://schemas.microsoft.com/office/drawing/2014/main" id="{43B9D16C-7064-4184-A928-CD239EFA5BE1}"/>
              </a:ext>
            </a:extLst>
          </p:cNvPr>
          <p:cNvSpPr>
            <a:spLocks noGrp="1"/>
          </p:cNvSpPr>
          <p:nvPr>
            <p:ph type="body" sz="quarter" idx="12"/>
          </p:nvPr>
        </p:nvSpPr>
        <p:spPr>
          <a:xfrm>
            <a:off x="3841451" y="4360737"/>
            <a:ext cx="8322343" cy="438364"/>
          </a:xfrm>
        </p:spPr>
        <p:txBody>
          <a:bodyPr/>
          <a:lstStyle/>
          <a:p>
            <a:r>
              <a:rPr lang="en-US" sz="3200">
                <a:solidFill>
                  <a:schemeClr val="accent6"/>
                </a:solidFill>
                <a:hlinkClick r:id="rId3">
                  <a:extLst>
                    <a:ext uri="{A12FA001-AC4F-418D-AE19-62706E023703}">
                      <ahyp:hlinkClr xmlns:ahyp="http://schemas.microsoft.com/office/drawing/2018/hyperlinkcolor" val="tx"/>
                    </a:ext>
                  </a:extLst>
                </a:hlinkClick>
              </a:rPr>
              <a:t>https://microbetrace.cdc.gov/MicrobeTrace/</a:t>
            </a:r>
            <a:endParaRPr lang="en-US" sz="3200">
              <a:solidFill>
                <a:schemeClr val="accent6"/>
              </a:solidFill>
            </a:endParaRPr>
          </a:p>
          <a:p>
            <a:endParaRPr lang="en-US" sz="3200">
              <a:solidFill>
                <a:schemeClr val="accent6"/>
              </a:solidFill>
            </a:endParaRPr>
          </a:p>
        </p:txBody>
      </p:sp>
      <p:pic>
        <p:nvPicPr>
          <p:cNvPr id="8" name="Picture Placeholder 7" descr="Scatter chart, qr code&#10;&#10;AI-generated content may be incorrect.">
            <a:extLst>
              <a:ext uri="{FF2B5EF4-FFF2-40B4-BE49-F238E27FC236}">
                <a16:creationId xmlns:a16="http://schemas.microsoft.com/office/drawing/2014/main" id="{5E21A268-A47D-C8EA-BAE1-34C278F7D127}"/>
              </a:ext>
            </a:extLst>
          </p:cNvPr>
          <p:cNvPicPr>
            <a:picLocks noGrp="1" noChangeAspect="1"/>
          </p:cNvPicPr>
          <p:nvPr>
            <p:ph type="pic" sz="quarter" idx="11"/>
          </p:nvPr>
        </p:nvPicPr>
        <p:blipFill>
          <a:blip r:embed="rId4">
            <a:extLst>
              <a:ext uri="{28A0092B-C50C-407E-A947-70E740481C1C}">
                <a14:useLocalDpi xmlns:a14="http://schemas.microsoft.com/office/drawing/2010/main" val="0"/>
              </a:ext>
            </a:extLst>
          </a:blip>
          <a:srcRect t="512" b="512"/>
          <a:stretch>
            <a:fillRect/>
          </a:stretch>
        </p:blipFill>
        <p:spPr>
          <a:xfrm>
            <a:off x="227390" y="1844769"/>
            <a:ext cx="3386667" cy="3352356"/>
          </a:xfrm>
        </p:spPr>
      </p:pic>
      <p:grpSp>
        <p:nvGrpSpPr>
          <p:cNvPr id="9" name="Group 8">
            <a:extLst>
              <a:ext uri="{FF2B5EF4-FFF2-40B4-BE49-F238E27FC236}">
                <a16:creationId xmlns:a16="http://schemas.microsoft.com/office/drawing/2014/main" id="{0E7C6A69-B784-A186-9ED5-CC469EF9AB72}"/>
              </a:ext>
            </a:extLst>
          </p:cNvPr>
          <p:cNvGrpSpPr/>
          <p:nvPr/>
        </p:nvGrpSpPr>
        <p:grpSpPr>
          <a:xfrm>
            <a:off x="10770621" y="404358"/>
            <a:ext cx="975862" cy="732380"/>
            <a:chOff x="8656933" y="615727"/>
            <a:chExt cx="3018898" cy="2329652"/>
          </a:xfrm>
        </p:grpSpPr>
        <p:sp>
          <p:nvSpPr>
            <p:cNvPr id="10" name="Rectangle 9">
              <a:extLst>
                <a:ext uri="{FF2B5EF4-FFF2-40B4-BE49-F238E27FC236}">
                  <a16:creationId xmlns:a16="http://schemas.microsoft.com/office/drawing/2014/main" id="{7F45D4D2-7A01-1356-5F27-33E80921306A}"/>
                </a:ext>
              </a:extLst>
            </p:cNvPr>
            <p:cNvSpPr/>
            <p:nvPr/>
          </p:nvSpPr>
          <p:spPr>
            <a:xfrm>
              <a:off x="8656933" y="615727"/>
              <a:ext cx="3018898" cy="2329652"/>
            </a:xfrm>
            <a:prstGeom prst="rect">
              <a:avLst/>
            </a:prstGeom>
            <a:solidFill>
              <a:schemeClr val="bg1"/>
            </a:solidFill>
            <a:effectLst>
              <a:glow rad="177800">
                <a:schemeClr val="tx1">
                  <a:lumMod val="10000"/>
                  <a:lumOff val="90000"/>
                  <a:alpha val="40000"/>
                </a:schemeClr>
              </a:glow>
              <a:softEdge rad="635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1" name="Graphic 10">
              <a:extLst>
                <a:ext uri="{FF2B5EF4-FFF2-40B4-BE49-F238E27FC236}">
                  <a16:creationId xmlns:a16="http://schemas.microsoft.com/office/drawing/2014/main" id="{5B1911B5-3539-738B-1F95-CC6648E3B27E}"/>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8665657" y="648955"/>
              <a:ext cx="2991892" cy="2263777"/>
            </a:xfrm>
            <a:prstGeom prst="rect">
              <a:avLst/>
            </a:prstGeom>
          </p:spPr>
        </p:pic>
      </p:grpSp>
    </p:spTree>
    <p:extLst>
      <p:ext uri="{BB962C8B-B14F-4D97-AF65-F5344CB8AC3E}">
        <p14:creationId xmlns:p14="http://schemas.microsoft.com/office/powerpoint/2010/main" val="295771714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5206AA-6AFF-03DC-3E53-B901AB880A5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8C1BA1A-9BE4-8B57-81FC-D023881AF9B6}"/>
              </a:ext>
            </a:extLst>
          </p:cNvPr>
          <p:cNvSpPr>
            <a:spLocks noGrp="1"/>
          </p:cNvSpPr>
          <p:nvPr>
            <p:ph type="title"/>
          </p:nvPr>
        </p:nvSpPr>
        <p:spPr>
          <a:xfrm>
            <a:off x="492217" y="337398"/>
            <a:ext cx="10416988" cy="811369"/>
          </a:xfrm>
        </p:spPr>
        <p:txBody>
          <a:bodyPr/>
          <a:lstStyle/>
          <a:p>
            <a:pPr algn="l"/>
            <a:r>
              <a:rPr lang="en-US" err="1"/>
              <a:t>MicrobeTrace</a:t>
            </a:r>
            <a:r>
              <a:rPr lang="en-US"/>
              <a:t> Supports Outbreak Investigations Across Multiple Pathogens</a:t>
            </a:r>
          </a:p>
        </p:txBody>
      </p:sp>
      <p:grpSp>
        <p:nvGrpSpPr>
          <p:cNvPr id="3" name="Group 2">
            <a:extLst>
              <a:ext uri="{FF2B5EF4-FFF2-40B4-BE49-F238E27FC236}">
                <a16:creationId xmlns:a16="http://schemas.microsoft.com/office/drawing/2014/main" id="{0886A4BC-2307-C9C7-6C5F-9235097DBA08}"/>
              </a:ext>
            </a:extLst>
          </p:cNvPr>
          <p:cNvGrpSpPr/>
          <p:nvPr/>
        </p:nvGrpSpPr>
        <p:grpSpPr>
          <a:xfrm>
            <a:off x="724932" y="1978153"/>
            <a:ext cx="3296472" cy="2244432"/>
            <a:chOff x="756332" y="1020868"/>
            <a:chExt cx="2082854" cy="1417926"/>
          </a:xfrm>
        </p:grpSpPr>
        <p:pic>
          <p:nvPicPr>
            <p:cNvPr id="4" name="Picture 3">
              <a:extLst>
                <a:ext uri="{FF2B5EF4-FFF2-40B4-BE49-F238E27FC236}">
                  <a16:creationId xmlns:a16="http://schemas.microsoft.com/office/drawing/2014/main" id="{CEFA18D7-6C10-CEE6-BA8A-6A3AE6E89F42}"/>
                </a:ext>
              </a:extLst>
            </p:cNvPr>
            <p:cNvPicPr>
              <a:picLocks noChangeAspect="1"/>
            </p:cNvPicPr>
            <p:nvPr/>
          </p:nvPicPr>
          <p:blipFill>
            <a:blip r:embed="rId2"/>
            <a:stretch>
              <a:fillRect/>
            </a:stretch>
          </p:blipFill>
          <p:spPr>
            <a:xfrm>
              <a:off x="756332" y="1020868"/>
              <a:ext cx="2082854" cy="1187343"/>
            </a:xfrm>
            <a:prstGeom prst="rect">
              <a:avLst/>
            </a:prstGeom>
            <a:ln>
              <a:noFill/>
            </a:ln>
            <a:effectLst>
              <a:outerShdw blurRad="292100" dist="139700" dir="2700000" algn="tl" rotWithShape="0">
                <a:srgbClr val="333333">
                  <a:alpha val="65000"/>
                </a:srgbClr>
              </a:outerShdw>
            </a:effectLst>
          </p:spPr>
        </p:pic>
        <p:sp>
          <p:nvSpPr>
            <p:cNvPr id="7" name="TextBox 6">
              <a:extLst>
                <a:ext uri="{FF2B5EF4-FFF2-40B4-BE49-F238E27FC236}">
                  <a16:creationId xmlns:a16="http://schemas.microsoft.com/office/drawing/2014/main" id="{48035AAE-4D0C-F234-DE8A-E8E1014F870F}"/>
                </a:ext>
              </a:extLst>
            </p:cNvPr>
            <p:cNvSpPr txBox="1"/>
            <p:nvPr/>
          </p:nvSpPr>
          <p:spPr>
            <a:xfrm>
              <a:off x="1037319" y="2244355"/>
              <a:ext cx="967228" cy="194439"/>
            </a:xfrm>
            <a:prstGeom prst="rect">
              <a:avLst/>
            </a:prstGeom>
            <a:noFill/>
          </p:spPr>
          <p:txBody>
            <a:bodyPr wrap="none" rtlCol="0">
              <a:spAutoFit/>
            </a:bodyPr>
            <a:lstStyle/>
            <a:p>
              <a:r>
                <a:rPr lang="en-US" sz="1400" b="1">
                  <a:solidFill>
                    <a:srgbClr val="007889"/>
                  </a:solidFill>
                  <a:latin typeface="Calibri" panose="020F0502020204030204" pitchFamily="34" charset="0"/>
                </a:rPr>
                <a:t>HIV outbreak- MA</a:t>
              </a:r>
            </a:p>
          </p:txBody>
        </p:sp>
      </p:grpSp>
      <p:grpSp>
        <p:nvGrpSpPr>
          <p:cNvPr id="9" name="Group 8">
            <a:extLst>
              <a:ext uri="{FF2B5EF4-FFF2-40B4-BE49-F238E27FC236}">
                <a16:creationId xmlns:a16="http://schemas.microsoft.com/office/drawing/2014/main" id="{70F0552E-57C1-1A59-78B1-DA1DBD76B369}"/>
              </a:ext>
            </a:extLst>
          </p:cNvPr>
          <p:cNvGrpSpPr/>
          <p:nvPr/>
        </p:nvGrpSpPr>
        <p:grpSpPr>
          <a:xfrm>
            <a:off x="8665866" y="1562696"/>
            <a:ext cx="2536757" cy="2192462"/>
            <a:chOff x="6144643" y="614256"/>
            <a:chExt cx="1667198" cy="1443630"/>
          </a:xfrm>
        </p:grpSpPr>
        <p:pic>
          <p:nvPicPr>
            <p:cNvPr id="10" name="Picture 9">
              <a:extLst>
                <a:ext uri="{FF2B5EF4-FFF2-40B4-BE49-F238E27FC236}">
                  <a16:creationId xmlns:a16="http://schemas.microsoft.com/office/drawing/2014/main" id="{2EE5FEDE-A399-E3BD-44CF-1B97E6197784}"/>
                </a:ext>
              </a:extLst>
            </p:cNvPr>
            <p:cNvPicPr>
              <a:picLocks noChangeAspect="1"/>
            </p:cNvPicPr>
            <p:nvPr/>
          </p:nvPicPr>
          <p:blipFill>
            <a:blip r:embed="rId3"/>
            <a:stretch>
              <a:fillRect/>
            </a:stretch>
          </p:blipFill>
          <p:spPr>
            <a:xfrm>
              <a:off x="6144643" y="614256"/>
              <a:ext cx="1667198" cy="1181072"/>
            </a:xfrm>
            <a:prstGeom prst="rect">
              <a:avLst/>
            </a:prstGeom>
            <a:ln>
              <a:noFill/>
            </a:ln>
            <a:effectLst>
              <a:outerShdw blurRad="292100" dist="139700" dir="2700000" algn="tl" rotWithShape="0">
                <a:srgbClr val="333333">
                  <a:alpha val="65000"/>
                </a:srgbClr>
              </a:outerShdw>
            </a:effectLst>
          </p:spPr>
        </p:pic>
        <p:sp>
          <p:nvSpPr>
            <p:cNvPr id="11" name="TextBox 10">
              <a:extLst>
                <a:ext uri="{FF2B5EF4-FFF2-40B4-BE49-F238E27FC236}">
                  <a16:creationId xmlns:a16="http://schemas.microsoft.com/office/drawing/2014/main" id="{0A14A05A-C95F-33DA-2DF1-07DB975CBD94}"/>
                </a:ext>
              </a:extLst>
            </p:cNvPr>
            <p:cNvSpPr txBox="1"/>
            <p:nvPr/>
          </p:nvSpPr>
          <p:spPr>
            <a:xfrm>
              <a:off x="6277993" y="1855230"/>
              <a:ext cx="917573" cy="202656"/>
            </a:xfrm>
            <a:prstGeom prst="rect">
              <a:avLst/>
            </a:prstGeom>
            <a:noFill/>
          </p:spPr>
          <p:txBody>
            <a:bodyPr wrap="none" rtlCol="0">
              <a:spAutoFit/>
            </a:bodyPr>
            <a:lstStyle/>
            <a:p>
              <a:r>
                <a:rPr lang="en-US" sz="1400" b="1">
                  <a:solidFill>
                    <a:srgbClr val="007889"/>
                  </a:solidFill>
                  <a:latin typeface="Calibri" panose="020F0502020204030204" pitchFamily="34" charset="0"/>
                </a:rPr>
                <a:t>TB outbreak- AR</a:t>
              </a:r>
            </a:p>
          </p:txBody>
        </p:sp>
      </p:grpSp>
      <p:grpSp>
        <p:nvGrpSpPr>
          <p:cNvPr id="12" name="Group 11">
            <a:extLst>
              <a:ext uri="{FF2B5EF4-FFF2-40B4-BE49-F238E27FC236}">
                <a16:creationId xmlns:a16="http://schemas.microsoft.com/office/drawing/2014/main" id="{A8E5BE3A-8FB8-B6A8-AC69-43CF0061FAA1}"/>
              </a:ext>
            </a:extLst>
          </p:cNvPr>
          <p:cNvGrpSpPr/>
          <p:nvPr/>
        </p:nvGrpSpPr>
        <p:grpSpPr>
          <a:xfrm>
            <a:off x="4428768" y="1163616"/>
            <a:ext cx="3399867" cy="2586504"/>
            <a:chOff x="3543761" y="464011"/>
            <a:chExt cx="2085598" cy="1356424"/>
          </a:xfrm>
        </p:grpSpPr>
        <p:pic>
          <p:nvPicPr>
            <p:cNvPr id="13" name="Picture 1">
              <a:extLst>
                <a:ext uri="{FF2B5EF4-FFF2-40B4-BE49-F238E27FC236}">
                  <a16:creationId xmlns:a16="http://schemas.microsoft.com/office/drawing/2014/main" id="{89B31492-FF85-13C4-5474-E99C3645699B}"/>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543761" y="464011"/>
              <a:ext cx="2085598" cy="1195023"/>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Lst>
          </p:spPr>
        </p:pic>
        <p:sp>
          <p:nvSpPr>
            <p:cNvPr id="14" name="TextBox 13">
              <a:extLst>
                <a:ext uri="{FF2B5EF4-FFF2-40B4-BE49-F238E27FC236}">
                  <a16:creationId xmlns:a16="http://schemas.microsoft.com/office/drawing/2014/main" id="{03059064-D386-4C49-5E47-C669A2754DD1}"/>
                </a:ext>
              </a:extLst>
            </p:cNvPr>
            <p:cNvSpPr txBox="1"/>
            <p:nvPr/>
          </p:nvSpPr>
          <p:spPr>
            <a:xfrm>
              <a:off x="3696161" y="1659029"/>
              <a:ext cx="1087927" cy="161406"/>
            </a:xfrm>
            <a:prstGeom prst="rect">
              <a:avLst/>
            </a:prstGeom>
            <a:noFill/>
          </p:spPr>
          <p:txBody>
            <a:bodyPr wrap="none" rtlCol="0">
              <a:spAutoFit/>
            </a:bodyPr>
            <a:lstStyle/>
            <a:p>
              <a:r>
                <a:rPr lang="en-US" sz="1400" b="1">
                  <a:solidFill>
                    <a:srgbClr val="007889"/>
                  </a:solidFill>
                  <a:latin typeface="Calibri" panose="020F0502020204030204" pitchFamily="34" charset="0"/>
                </a:rPr>
                <a:t>Syphilis outbreak- AR</a:t>
              </a:r>
            </a:p>
          </p:txBody>
        </p:sp>
      </p:grpSp>
      <p:grpSp>
        <p:nvGrpSpPr>
          <p:cNvPr id="15" name="Group 14">
            <a:extLst>
              <a:ext uri="{FF2B5EF4-FFF2-40B4-BE49-F238E27FC236}">
                <a16:creationId xmlns:a16="http://schemas.microsoft.com/office/drawing/2014/main" id="{4DC531BA-E835-C0B3-B940-2347C90B4246}"/>
              </a:ext>
            </a:extLst>
          </p:cNvPr>
          <p:cNvGrpSpPr/>
          <p:nvPr/>
        </p:nvGrpSpPr>
        <p:grpSpPr>
          <a:xfrm>
            <a:off x="8599603" y="4158396"/>
            <a:ext cx="3257779" cy="2389626"/>
            <a:chOff x="6803" y="3145399"/>
            <a:chExt cx="1823114" cy="1621971"/>
          </a:xfrm>
        </p:grpSpPr>
        <p:pic>
          <p:nvPicPr>
            <p:cNvPr id="16" name="Picture 15">
              <a:extLst>
                <a:ext uri="{FF2B5EF4-FFF2-40B4-BE49-F238E27FC236}">
                  <a16:creationId xmlns:a16="http://schemas.microsoft.com/office/drawing/2014/main" id="{C636F81C-85D5-154F-A1D4-F657A080F804}"/>
                </a:ext>
              </a:extLst>
            </p:cNvPr>
            <p:cNvPicPr>
              <a:picLocks noChangeAspect="1"/>
            </p:cNvPicPr>
            <p:nvPr/>
          </p:nvPicPr>
          <p:blipFill>
            <a:blip r:embed="rId5"/>
            <a:stretch>
              <a:fillRect/>
            </a:stretch>
          </p:blipFill>
          <p:spPr>
            <a:xfrm>
              <a:off x="268741" y="3145399"/>
              <a:ext cx="1303115" cy="1403541"/>
            </a:xfrm>
            <a:prstGeom prst="rect">
              <a:avLst/>
            </a:prstGeom>
            <a:ln>
              <a:noFill/>
            </a:ln>
            <a:effectLst>
              <a:outerShdw blurRad="292100" dist="139700" dir="2700000" algn="tl" rotWithShape="0">
                <a:srgbClr val="333333">
                  <a:alpha val="65000"/>
                </a:srgbClr>
              </a:outerShdw>
            </a:effectLst>
          </p:spPr>
        </p:pic>
        <p:sp>
          <p:nvSpPr>
            <p:cNvPr id="17" name="TextBox 16">
              <a:extLst>
                <a:ext uri="{FF2B5EF4-FFF2-40B4-BE49-F238E27FC236}">
                  <a16:creationId xmlns:a16="http://schemas.microsoft.com/office/drawing/2014/main" id="{26788331-683B-A1ED-DCBB-88697DC0D771}"/>
                </a:ext>
              </a:extLst>
            </p:cNvPr>
            <p:cNvSpPr txBox="1"/>
            <p:nvPr/>
          </p:nvSpPr>
          <p:spPr>
            <a:xfrm>
              <a:off x="6803" y="4558465"/>
              <a:ext cx="1823114" cy="208905"/>
            </a:xfrm>
            <a:prstGeom prst="rect">
              <a:avLst/>
            </a:prstGeom>
            <a:noFill/>
          </p:spPr>
          <p:txBody>
            <a:bodyPr wrap="square" lIns="91440" tIns="45720" rIns="91440" bIns="45720" rtlCol="0" anchor="t">
              <a:spAutoFit/>
            </a:bodyPr>
            <a:lstStyle/>
            <a:p>
              <a:pPr algn="ctr"/>
              <a:r>
                <a:rPr lang="en-US" sz="1400" b="1">
                  <a:solidFill>
                    <a:srgbClr val="007889"/>
                  </a:solidFill>
                  <a:latin typeface="Calibri" panose="020F0502020204030204" pitchFamily="34" charset="0"/>
                </a:rPr>
                <a:t>HCV transmission- Netherlands-Belgium</a:t>
              </a:r>
              <a:endParaRPr lang="en-US"/>
            </a:p>
          </p:txBody>
        </p:sp>
      </p:grpSp>
      <p:grpSp>
        <p:nvGrpSpPr>
          <p:cNvPr id="18" name="Group 17">
            <a:extLst>
              <a:ext uri="{FF2B5EF4-FFF2-40B4-BE49-F238E27FC236}">
                <a16:creationId xmlns:a16="http://schemas.microsoft.com/office/drawing/2014/main" id="{301871E0-CC67-D1AC-C87E-75679BE4FD41}"/>
              </a:ext>
            </a:extLst>
          </p:cNvPr>
          <p:cNvGrpSpPr/>
          <p:nvPr/>
        </p:nvGrpSpPr>
        <p:grpSpPr>
          <a:xfrm>
            <a:off x="656714" y="4459200"/>
            <a:ext cx="2633275" cy="2107458"/>
            <a:chOff x="1833097" y="3585709"/>
            <a:chExt cx="1762722" cy="1332251"/>
          </a:xfrm>
        </p:grpSpPr>
        <p:pic>
          <p:nvPicPr>
            <p:cNvPr id="19" name="Picture 2" descr="The figure is a diagram of a transmission chain showing links between contacts and cases and indicating attacks rates in three COVID-19 outbreaks in child care facilities in Salt Lake County, Utah, during April 1–July 10, 2020.">
              <a:extLst>
                <a:ext uri="{FF2B5EF4-FFF2-40B4-BE49-F238E27FC236}">
                  <a16:creationId xmlns:a16="http://schemas.microsoft.com/office/drawing/2014/main" id="{5DC27422-6399-410E-97E7-190A772BAC9B}"/>
                </a:ext>
              </a:extLst>
            </p:cNvPr>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2080747" y="3585709"/>
              <a:ext cx="1515072" cy="1096701"/>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Lst>
          </p:spPr>
        </p:pic>
        <p:sp>
          <p:nvSpPr>
            <p:cNvPr id="20" name="TextBox 19">
              <a:extLst>
                <a:ext uri="{FF2B5EF4-FFF2-40B4-BE49-F238E27FC236}">
                  <a16:creationId xmlns:a16="http://schemas.microsoft.com/office/drawing/2014/main" id="{1B55B413-0EBC-5F0E-1493-F45FEF5C771E}"/>
                </a:ext>
              </a:extLst>
            </p:cNvPr>
            <p:cNvSpPr txBox="1"/>
            <p:nvPr/>
          </p:nvSpPr>
          <p:spPr>
            <a:xfrm>
              <a:off x="1833097" y="4723396"/>
              <a:ext cx="1342950" cy="194564"/>
            </a:xfrm>
            <a:prstGeom prst="rect">
              <a:avLst/>
            </a:prstGeom>
            <a:noFill/>
          </p:spPr>
          <p:txBody>
            <a:bodyPr wrap="none" rtlCol="0">
              <a:spAutoFit/>
            </a:bodyPr>
            <a:lstStyle/>
            <a:p>
              <a:r>
                <a:rPr lang="en-US" sz="1400" b="1">
                  <a:solidFill>
                    <a:srgbClr val="007889"/>
                  </a:solidFill>
                  <a:latin typeface="Calibri" panose="020F0502020204030204" pitchFamily="34" charset="0"/>
                </a:rPr>
                <a:t>SARS CoV2 outbreak- UT</a:t>
              </a:r>
            </a:p>
          </p:txBody>
        </p:sp>
      </p:grpSp>
      <p:grpSp>
        <p:nvGrpSpPr>
          <p:cNvPr id="21" name="Group 20">
            <a:extLst>
              <a:ext uri="{FF2B5EF4-FFF2-40B4-BE49-F238E27FC236}">
                <a16:creationId xmlns:a16="http://schemas.microsoft.com/office/drawing/2014/main" id="{2ACD419B-2C84-BCEC-113E-E03A9C595028}"/>
              </a:ext>
            </a:extLst>
          </p:cNvPr>
          <p:cNvGrpSpPr/>
          <p:nvPr/>
        </p:nvGrpSpPr>
        <p:grpSpPr>
          <a:xfrm>
            <a:off x="4478896" y="4459200"/>
            <a:ext cx="2970299" cy="2071550"/>
            <a:chOff x="4612968" y="3681933"/>
            <a:chExt cx="1931523" cy="1238101"/>
          </a:xfrm>
        </p:grpSpPr>
        <p:pic>
          <p:nvPicPr>
            <p:cNvPr id="22" name="Picture 21">
              <a:extLst>
                <a:ext uri="{FF2B5EF4-FFF2-40B4-BE49-F238E27FC236}">
                  <a16:creationId xmlns:a16="http://schemas.microsoft.com/office/drawing/2014/main" id="{58A20CBB-9EE1-077B-5B5A-8C326ACAB10B}"/>
                </a:ext>
              </a:extLst>
            </p:cNvPr>
            <p:cNvPicPr>
              <a:picLocks noChangeAspect="1"/>
            </p:cNvPicPr>
            <p:nvPr/>
          </p:nvPicPr>
          <p:blipFill>
            <a:blip r:embed="rId7"/>
            <a:stretch>
              <a:fillRect/>
            </a:stretch>
          </p:blipFill>
          <p:spPr>
            <a:xfrm>
              <a:off x="4889193" y="3681933"/>
              <a:ext cx="1655298" cy="1011899"/>
            </a:xfrm>
            <a:prstGeom prst="rect">
              <a:avLst/>
            </a:prstGeom>
            <a:ln>
              <a:noFill/>
            </a:ln>
            <a:effectLst>
              <a:outerShdw blurRad="292100" dist="139700" dir="2700000" algn="tl" rotWithShape="0">
                <a:srgbClr val="333333">
                  <a:alpha val="65000"/>
                </a:srgbClr>
              </a:outerShdw>
            </a:effectLst>
          </p:spPr>
        </p:pic>
        <p:sp>
          <p:nvSpPr>
            <p:cNvPr id="23" name="TextBox 22">
              <a:extLst>
                <a:ext uri="{FF2B5EF4-FFF2-40B4-BE49-F238E27FC236}">
                  <a16:creationId xmlns:a16="http://schemas.microsoft.com/office/drawing/2014/main" id="{9B7C3BB8-C9BC-9611-22FB-C603746C11C8}"/>
                </a:ext>
              </a:extLst>
            </p:cNvPr>
            <p:cNvSpPr txBox="1"/>
            <p:nvPr/>
          </p:nvSpPr>
          <p:spPr>
            <a:xfrm>
              <a:off x="4612968" y="4736085"/>
              <a:ext cx="1432382" cy="183949"/>
            </a:xfrm>
            <a:prstGeom prst="rect">
              <a:avLst/>
            </a:prstGeom>
            <a:noFill/>
          </p:spPr>
          <p:txBody>
            <a:bodyPr wrap="none" rtlCol="0">
              <a:spAutoFit/>
            </a:bodyPr>
            <a:lstStyle/>
            <a:p>
              <a:r>
                <a:rPr lang="en-US" sz="1400" b="1">
                  <a:solidFill>
                    <a:srgbClr val="007889"/>
                  </a:solidFill>
                  <a:latin typeface="Calibri" panose="020F0502020204030204" pitchFamily="34" charset="0"/>
                </a:rPr>
                <a:t>MPOX cruise ship outbreak</a:t>
              </a:r>
            </a:p>
          </p:txBody>
        </p:sp>
      </p:grpSp>
      <p:grpSp>
        <p:nvGrpSpPr>
          <p:cNvPr id="24" name="Group 23">
            <a:extLst>
              <a:ext uri="{FF2B5EF4-FFF2-40B4-BE49-F238E27FC236}">
                <a16:creationId xmlns:a16="http://schemas.microsoft.com/office/drawing/2014/main" id="{06976069-73E8-7694-7F82-8ECB70D215FD}"/>
              </a:ext>
            </a:extLst>
          </p:cNvPr>
          <p:cNvGrpSpPr/>
          <p:nvPr/>
        </p:nvGrpSpPr>
        <p:grpSpPr>
          <a:xfrm>
            <a:off x="10770621" y="404358"/>
            <a:ext cx="975862" cy="732380"/>
            <a:chOff x="8656933" y="615727"/>
            <a:chExt cx="3018898" cy="2329652"/>
          </a:xfrm>
        </p:grpSpPr>
        <p:sp>
          <p:nvSpPr>
            <p:cNvPr id="25" name="Rectangle 24">
              <a:extLst>
                <a:ext uri="{FF2B5EF4-FFF2-40B4-BE49-F238E27FC236}">
                  <a16:creationId xmlns:a16="http://schemas.microsoft.com/office/drawing/2014/main" id="{E5058007-50D5-FEA3-30B5-D197EBE03D3A}"/>
                </a:ext>
              </a:extLst>
            </p:cNvPr>
            <p:cNvSpPr/>
            <p:nvPr/>
          </p:nvSpPr>
          <p:spPr>
            <a:xfrm>
              <a:off x="8656933" y="615727"/>
              <a:ext cx="3018898" cy="2329652"/>
            </a:xfrm>
            <a:prstGeom prst="rect">
              <a:avLst/>
            </a:prstGeom>
            <a:solidFill>
              <a:schemeClr val="bg1"/>
            </a:solidFill>
            <a:effectLst>
              <a:glow rad="177800">
                <a:schemeClr val="tx1">
                  <a:lumMod val="10000"/>
                  <a:lumOff val="90000"/>
                  <a:alpha val="40000"/>
                </a:schemeClr>
              </a:glow>
              <a:softEdge rad="635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6" name="Graphic 25">
              <a:extLst>
                <a:ext uri="{FF2B5EF4-FFF2-40B4-BE49-F238E27FC236}">
                  <a16:creationId xmlns:a16="http://schemas.microsoft.com/office/drawing/2014/main" id="{FF9DEEC0-86F4-D0AC-C4F3-546C1EBBCF9C}"/>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8665657" y="648955"/>
              <a:ext cx="2991892" cy="2263777"/>
            </a:xfrm>
            <a:prstGeom prst="rect">
              <a:avLst/>
            </a:prstGeom>
          </p:spPr>
        </p:pic>
      </p:grpSp>
    </p:spTree>
    <p:extLst>
      <p:ext uri="{BB962C8B-B14F-4D97-AF65-F5344CB8AC3E}">
        <p14:creationId xmlns:p14="http://schemas.microsoft.com/office/powerpoint/2010/main" val="262103731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6D4AB8-EFFC-F805-7650-B069733082EA}"/>
              </a:ext>
            </a:extLst>
          </p:cNvPr>
          <p:cNvSpPr>
            <a:spLocks noGrp="1"/>
          </p:cNvSpPr>
          <p:nvPr>
            <p:ph type="title"/>
          </p:nvPr>
        </p:nvSpPr>
        <p:spPr>
          <a:xfrm>
            <a:off x="887506" y="597101"/>
            <a:ext cx="10416988" cy="811369"/>
          </a:xfrm>
        </p:spPr>
        <p:txBody>
          <a:bodyPr/>
          <a:lstStyle/>
          <a:p>
            <a:pPr algn="l"/>
            <a:r>
              <a:rPr lang="en-US" dirty="0" err="1"/>
              <a:t>MicrobeTrace</a:t>
            </a:r>
            <a:r>
              <a:rPr lang="en-US" dirty="0"/>
              <a:t> 2.0: </a:t>
            </a:r>
            <a:r>
              <a:rPr lang="en-US" i="1" dirty="0"/>
              <a:t>Looking ahead</a:t>
            </a:r>
            <a:endParaRPr lang="en-US" dirty="0"/>
          </a:p>
        </p:txBody>
      </p:sp>
      <p:sp>
        <p:nvSpPr>
          <p:cNvPr id="5" name="Text Placeholder 3">
            <a:extLst>
              <a:ext uri="{FF2B5EF4-FFF2-40B4-BE49-F238E27FC236}">
                <a16:creationId xmlns:a16="http://schemas.microsoft.com/office/drawing/2014/main" id="{4E66F6A7-8323-9244-334F-8070F3B2ED42}"/>
              </a:ext>
            </a:extLst>
          </p:cNvPr>
          <p:cNvSpPr txBox="1">
            <a:spLocks/>
          </p:cNvSpPr>
          <p:nvPr/>
        </p:nvSpPr>
        <p:spPr>
          <a:xfrm>
            <a:off x="2495072" y="1957578"/>
            <a:ext cx="6453719" cy="796960"/>
          </a:xfrm>
          <a:prstGeom prst="rect">
            <a:avLst/>
          </a:prstGeom>
        </p:spPr>
        <p:txBody>
          <a:bodyPr/>
          <a:lstStyle>
            <a:lvl1pPr marL="285750" indent="-28575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Nunito Sans Normal" pitchFamily="2" charset="77"/>
                <a:ea typeface="+mn-ea"/>
                <a:cs typeface="Arial" panose="020B0604020202020204" pitchFamily="34" charset="0"/>
              </a:defRPr>
            </a:lvl1pPr>
            <a:lvl2pPr marL="685800" indent="-228600" algn="l" defTabSz="914400" rtl="0" eaLnBrk="1" latinLnBrk="0" hangingPunct="1">
              <a:lnSpc>
                <a:spcPct val="90000"/>
              </a:lnSpc>
              <a:spcBef>
                <a:spcPts val="500"/>
              </a:spcBef>
              <a:buFont typeface="Courier New" panose="02070309020205020404" pitchFamily="49" charset="0"/>
              <a:buChar char="o"/>
              <a:defRPr sz="1800" kern="1200">
                <a:solidFill>
                  <a:schemeClr val="tx1"/>
                </a:solidFill>
                <a:latin typeface="Nunito Sans Normal" pitchFamily="2" charset="77"/>
                <a:ea typeface="+mn-ea"/>
                <a:cs typeface="Arial" panose="020B0604020202020204" pitchFamily="34" charset="0"/>
              </a:defRPr>
            </a:lvl2pPr>
            <a:lvl3pPr marL="1143000" indent="-228600" algn="l" defTabSz="914400" rtl="0" eaLnBrk="1" latinLnBrk="0" hangingPunct="1">
              <a:lnSpc>
                <a:spcPct val="90000"/>
              </a:lnSpc>
              <a:spcBef>
                <a:spcPts val="500"/>
              </a:spcBef>
              <a:buFont typeface="Wingdings" panose="05000000000000000000" pitchFamily="2" charset="2"/>
              <a:buChar char="§"/>
              <a:defRPr sz="1800" kern="1200">
                <a:solidFill>
                  <a:schemeClr val="tx1"/>
                </a:solidFill>
                <a:latin typeface="Nunito Sans Normal" pitchFamily="2" charset="77"/>
                <a:ea typeface="+mn-ea"/>
                <a:cs typeface="Arial" panose="020B0604020202020204" pitchFamily="34" charset="0"/>
              </a:defRPr>
            </a:lvl3pPr>
            <a:lvl4pPr marL="1600200" indent="-228600" algn="l" defTabSz="914400" rtl="0" eaLnBrk="1" latinLnBrk="0" hangingPunct="1">
              <a:lnSpc>
                <a:spcPct val="90000"/>
              </a:lnSpc>
              <a:spcBef>
                <a:spcPts val="500"/>
              </a:spcBef>
              <a:buFontTx/>
              <a:buChar char="›"/>
              <a:defRPr sz="1800" kern="1200">
                <a:solidFill>
                  <a:schemeClr val="tx1"/>
                </a:solidFill>
                <a:latin typeface="Nunito Sans Normal" pitchFamily="2" charset="77"/>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Nunito Sans Normal" pitchFamily="2" charset="77"/>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b="1"/>
              <a:t>Continued partner engagement and iterative improvement</a:t>
            </a:r>
          </a:p>
        </p:txBody>
      </p:sp>
      <p:grpSp>
        <p:nvGrpSpPr>
          <p:cNvPr id="13" name="Group 12">
            <a:extLst>
              <a:ext uri="{FF2B5EF4-FFF2-40B4-BE49-F238E27FC236}">
                <a16:creationId xmlns:a16="http://schemas.microsoft.com/office/drawing/2014/main" id="{BC907310-FAF1-CA24-4576-7C9770FEE47E}"/>
              </a:ext>
            </a:extLst>
          </p:cNvPr>
          <p:cNvGrpSpPr/>
          <p:nvPr/>
        </p:nvGrpSpPr>
        <p:grpSpPr>
          <a:xfrm>
            <a:off x="1100905" y="1957578"/>
            <a:ext cx="934065" cy="3860193"/>
            <a:chOff x="2676981" y="2122997"/>
            <a:chExt cx="934065" cy="3860193"/>
          </a:xfrm>
        </p:grpSpPr>
        <p:pic>
          <p:nvPicPr>
            <p:cNvPr id="6" name="Picture 5" descr="Logo&#10;&#10;AI-generated content may be incorrect.">
              <a:extLst>
                <a:ext uri="{FF2B5EF4-FFF2-40B4-BE49-F238E27FC236}">
                  <a16:creationId xmlns:a16="http://schemas.microsoft.com/office/drawing/2014/main" id="{880C9D1A-92B5-B05A-DDF8-7C6E936CCBCE}"/>
                </a:ext>
              </a:extLst>
            </p:cNvPr>
            <p:cNvPicPr>
              <a:picLocks noChangeAspect="1"/>
            </p:cNvPicPr>
            <p:nvPr/>
          </p:nvPicPr>
          <p:blipFill>
            <a:blip r:embed="rId2">
              <a:extLst>
                <a:ext uri="{28A0092B-C50C-407E-A947-70E740481C1C}">
                  <a14:useLocalDpi xmlns:a14="http://schemas.microsoft.com/office/drawing/2010/main" val="0"/>
                </a:ext>
              </a:extLst>
            </a:blip>
            <a:srcRect l="2629" t="29114" r="68732" b="30360"/>
            <a:stretch>
              <a:fillRect/>
            </a:stretch>
          </p:blipFill>
          <p:spPr>
            <a:xfrm>
              <a:off x="2750723" y="2122997"/>
              <a:ext cx="786581" cy="742047"/>
            </a:xfrm>
            <a:prstGeom prst="rect">
              <a:avLst/>
            </a:prstGeom>
          </p:spPr>
        </p:pic>
        <p:pic>
          <p:nvPicPr>
            <p:cNvPr id="7" name="Picture 6" descr="Logo&#10;&#10;AI-generated content may be incorrect.">
              <a:extLst>
                <a:ext uri="{FF2B5EF4-FFF2-40B4-BE49-F238E27FC236}">
                  <a16:creationId xmlns:a16="http://schemas.microsoft.com/office/drawing/2014/main" id="{F8FBC641-2CDB-7576-0CD3-2C26859D7291}"/>
                </a:ext>
              </a:extLst>
            </p:cNvPr>
            <p:cNvPicPr>
              <a:picLocks noChangeAspect="1"/>
            </p:cNvPicPr>
            <p:nvPr/>
          </p:nvPicPr>
          <p:blipFill>
            <a:blip r:embed="rId2">
              <a:extLst>
                <a:ext uri="{28A0092B-C50C-407E-A947-70E740481C1C}">
                  <a14:useLocalDpi xmlns:a14="http://schemas.microsoft.com/office/drawing/2010/main" val="0"/>
                </a:ext>
              </a:extLst>
            </a:blip>
            <a:srcRect l="32521" t="29114" r="33471" b="30360"/>
            <a:stretch>
              <a:fillRect/>
            </a:stretch>
          </p:blipFill>
          <p:spPr>
            <a:xfrm>
              <a:off x="2676981" y="2973198"/>
              <a:ext cx="934065" cy="742047"/>
            </a:xfrm>
            <a:prstGeom prst="rect">
              <a:avLst/>
            </a:prstGeom>
          </p:spPr>
        </p:pic>
        <p:pic>
          <p:nvPicPr>
            <p:cNvPr id="8" name="Picture 7" descr="Logo&#10;&#10;AI-generated content may be incorrect.">
              <a:extLst>
                <a:ext uri="{FF2B5EF4-FFF2-40B4-BE49-F238E27FC236}">
                  <a16:creationId xmlns:a16="http://schemas.microsoft.com/office/drawing/2014/main" id="{85651930-ADAC-01AC-2F6D-B9E49AB63E5F}"/>
                </a:ext>
              </a:extLst>
            </p:cNvPr>
            <p:cNvPicPr>
              <a:picLocks noChangeAspect="1"/>
            </p:cNvPicPr>
            <p:nvPr/>
          </p:nvPicPr>
          <p:blipFill>
            <a:blip r:embed="rId2">
              <a:extLst>
                <a:ext uri="{28A0092B-C50C-407E-A947-70E740481C1C}">
                  <a14:useLocalDpi xmlns:a14="http://schemas.microsoft.com/office/drawing/2010/main" val="0"/>
                </a:ext>
              </a:extLst>
            </a:blip>
            <a:srcRect l="65992" t="29114" b="30360"/>
            <a:stretch>
              <a:fillRect/>
            </a:stretch>
          </p:blipFill>
          <p:spPr>
            <a:xfrm>
              <a:off x="2676981" y="5241143"/>
              <a:ext cx="934065" cy="742047"/>
            </a:xfrm>
            <a:prstGeom prst="rect">
              <a:avLst/>
            </a:prstGeom>
          </p:spPr>
        </p:pic>
      </p:grpSp>
      <p:sp>
        <p:nvSpPr>
          <p:cNvPr id="11" name="TextBox 10">
            <a:extLst>
              <a:ext uri="{FF2B5EF4-FFF2-40B4-BE49-F238E27FC236}">
                <a16:creationId xmlns:a16="http://schemas.microsoft.com/office/drawing/2014/main" id="{62A097CE-F187-ECC4-7904-05D84AC3BF93}"/>
              </a:ext>
            </a:extLst>
          </p:cNvPr>
          <p:cNvSpPr txBox="1"/>
          <p:nvPr/>
        </p:nvSpPr>
        <p:spPr>
          <a:xfrm>
            <a:off x="2421551" y="2807779"/>
            <a:ext cx="5844870" cy="1754326"/>
          </a:xfrm>
          <a:prstGeom prst="rect">
            <a:avLst/>
          </a:prstGeom>
          <a:noFill/>
        </p:spPr>
        <p:txBody>
          <a:bodyPr wrap="none" rtlCol="0">
            <a:spAutoFit/>
          </a:bodyPr>
          <a:lstStyle/>
          <a:p>
            <a:pPr lvl="0"/>
            <a:r>
              <a:rPr lang="en-US" b="1" dirty="0"/>
              <a:t>Development roadmap</a:t>
            </a:r>
          </a:p>
          <a:p>
            <a:pPr>
              <a:buFont typeface="Wingdings" panose="05000000000000000000" pitchFamily="2" charset="2"/>
              <a:buChar char="Ø"/>
            </a:pPr>
            <a:r>
              <a:rPr lang="en-US" dirty="0"/>
              <a:t>Automation of testing</a:t>
            </a:r>
          </a:p>
          <a:p>
            <a:pPr>
              <a:buFont typeface="Wingdings" panose="05000000000000000000" pitchFamily="2" charset="2"/>
              <a:buChar char="Ø"/>
            </a:pPr>
            <a:r>
              <a:rPr lang="en-US" dirty="0"/>
              <a:t>Transmission network statistical analysis</a:t>
            </a:r>
          </a:p>
          <a:p>
            <a:pPr>
              <a:buFont typeface="Wingdings" panose="05000000000000000000" pitchFamily="2" charset="2"/>
              <a:buChar char="Ø"/>
            </a:pPr>
            <a:r>
              <a:rPr lang="en-US" dirty="0"/>
              <a:t>Optimal cluster distance threshold prediction</a:t>
            </a:r>
          </a:p>
          <a:p>
            <a:pPr>
              <a:buFont typeface="Wingdings" panose="05000000000000000000" pitchFamily="2" charset="2"/>
              <a:buChar char="Ø"/>
            </a:pPr>
            <a:r>
              <a:rPr lang="en-US" dirty="0"/>
              <a:t>Cloud-based version for higher computational power</a:t>
            </a:r>
          </a:p>
          <a:p>
            <a:pPr algn="l"/>
            <a:endParaRPr lang="en-US" dirty="0">
              <a:latin typeface="+mj-lt"/>
            </a:endParaRPr>
          </a:p>
        </p:txBody>
      </p:sp>
      <p:sp>
        <p:nvSpPr>
          <p:cNvPr id="12" name="Text Placeholder 3">
            <a:extLst>
              <a:ext uri="{FF2B5EF4-FFF2-40B4-BE49-F238E27FC236}">
                <a16:creationId xmlns:a16="http://schemas.microsoft.com/office/drawing/2014/main" id="{6F262B9E-1F4A-8CB4-F6CA-0A5D58067B18}"/>
              </a:ext>
            </a:extLst>
          </p:cNvPr>
          <p:cNvSpPr txBox="1">
            <a:spLocks/>
          </p:cNvSpPr>
          <p:nvPr/>
        </p:nvSpPr>
        <p:spPr>
          <a:xfrm>
            <a:off x="2495071" y="5303267"/>
            <a:ext cx="5569109" cy="463959"/>
          </a:xfrm>
          <a:prstGeom prst="rect">
            <a:avLst/>
          </a:prstGeom>
        </p:spPr>
        <p:txBody>
          <a:bodyPr vert="horz" lIns="0" tIns="0" rIns="0" bIns="0" numCol="1" rtlCol="0">
            <a:noAutofit/>
          </a:bodyPr>
          <a:lstStyle>
            <a:lvl1pPr marL="342900" indent="-342900" algn="l" defTabSz="914400" rtl="0" eaLnBrk="1" latinLnBrk="0" hangingPunct="1">
              <a:lnSpc>
                <a:spcPts val="2400"/>
              </a:lnSpc>
              <a:spcBef>
                <a:spcPts val="1200"/>
              </a:spcBef>
              <a:buFont typeface="Arial" panose="020B0604020202020204" pitchFamily="34" charset="0"/>
              <a:buChar char="•"/>
              <a:defRPr sz="1800" kern="1200">
                <a:solidFill>
                  <a:schemeClr val="tx1"/>
                </a:solidFill>
                <a:latin typeface="Nunito Sans Normal" pitchFamily="2" charset="77"/>
                <a:ea typeface="+mn-ea"/>
                <a:cs typeface="Arial" panose="020B0604020202020204" pitchFamily="34" charset="0"/>
              </a:defRPr>
            </a:lvl1pPr>
            <a:lvl2pPr marL="800100" indent="-342900" algn="l" defTabSz="914400" rtl="0" eaLnBrk="1" latinLnBrk="0" hangingPunct="1">
              <a:lnSpc>
                <a:spcPct val="90000"/>
              </a:lnSpc>
              <a:spcBef>
                <a:spcPts val="500"/>
              </a:spcBef>
              <a:buFont typeface="Courier New" panose="02070309020205020404" pitchFamily="49" charset="0"/>
              <a:buChar char="o"/>
              <a:defRPr sz="1800" kern="1200">
                <a:solidFill>
                  <a:schemeClr val="tx1"/>
                </a:solidFill>
                <a:latin typeface="Nunito Sans Normal" pitchFamily="2" charset="77"/>
                <a:ea typeface="+mn-ea"/>
                <a:cs typeface="Arial" panose="020B0604020202020204" pitchFamily="34" charset="0"/>
              </a:defRPr>
            </a:lvl2pPr>
            <a:lvl3pPr marL="1257300" indent="-342900" algn="l" defTabSz="914400" rtl="0" eaLnBrk="1" latinLnBrk="0" hangingPunct="1">
              <a:lnSpc>
                <a:spcPct val="90000"/>
              </a:lnSpc>
              <a:spcBef>
                <a:spcPts val="500"/>
              </a:spcBef>
              <a:buFont typeface="Wingdings" panose="05000000000000000000" pitchFamily="2" charset="2"/>
              <a:buChar char="§"/>
              <a:defRPr sz="1800" kern="1200">
                <a:solidFill>
                  <a:schemeClr val="tx1"/>
                </a:solidFill>
                <a:latin typeface="Nunito Sans Normal" pitchFamily="2" charset="77"/>
                <a:ea typeface="+mn-ea"/>
                <a:cs typeface="Arial" panose="020B0604020202020204" pitchFamily="34" charset="0"/>
              </a:defRPr>
            </a:lvl3pPr>
            <a:lvl4pPr marL="1714500" indent="-342900" algn="l" defTabSz="914400" rtl="0" eaLnBrk="1" latinLnBrk="0" hangingPunct="1">
              <a:lnSpc>
                <a:spcPct val="90000"/>
              </a:lnSpc>
              <a:spcBef>
                <a:spcPts val="500"/>
              </a:spcBef>
              <a:buFont typeface="+mj-lt"/>
              <a:buAutoNum type="arabicPeriod"/>
              <a:defRPr sz="1800" kern="1200">
                <a:solidFill>
                  <a:schemeClr val="tx1"/>
                </a:solidFill>
                <a:latin typeface="Nunito Sans Normal" pitchFamily="2" charset="77"/>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Nunito Sans Normal" pitchFamily="2" charset="77"/>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b="1"/>
              <a:t>Expanded adoption across programs and platforms</a:t>
            </a:r>
          </a:p>
          <a:p>
            <a:pPr marL="0" indent="0">
              <a:buNone/>
            </a:pPr>
            <a:endParaRPr lang="en-US" b="1"/>
          </a:p>
        </p:txBody>
      </p:sp>
      <p:grpSp>
        <p:nvGrpSpPr>
          <p:cNvPr id="9" name="Group 8">
            <a:extLst>
              <a:ext uri="{FF2B5EF4-FFF2-40B4-BE49-F238E27FC236}">
                <a16:creationId xmlns:a16="http://schemas.microsoft.com/office/drawing/2014/main" id="{279DA478-6A22-A82C-8D11-D87644DD50AA}"/>
              </a:ext>
            </a:extLst>
          </p:cNvPr>
          <p:cNvGrpSpPr/>
          <p:nvPr/>
        </p:nvGrpSpPr>
        <p:grpSpPr>
          <a:xfrm>
            <a:off x="10770621" y="404358"/>
            <a:ext cx="975862" cy="732380"/>
            <a:chOff x="8656933" y="615727"/>
            <a:chExt cx="3018898" cy="2329652"/>
          </a:xfrm>
        </p:grpSpPr>
        <p:sp>
          <p:nvSpPr>
            <p:cNvPr id="10" name="Rectangle 9">
              <a:extLst>
                <a:ext uri="{FF2B5EF4-FFF2-40B4-BE49-F238E27FC236}">
                  <a16:creationId xmlns:a16="http://schemas.microsoft.com/office/drawing/2014/main" id="{9F696610-919F-8FE1-4C31-8F222B656040}"/>
                </a:ext>
              </a:extLst>
            </p:cNvPr>
            <p:cNvSpPr/>
            <p:nvPr/>
          </p:nvSpPr>
          <p:spPr>
            <a:xfrm>
              <a:off x="8656933" y="615727"/>
              <a:ext cx="3018898" cy="2329652"/>
            </a:xfrm>
            <a:prstGeom prst="rect">
              <a:avLst/>
            </a:prstGeom>
            <a:solidFill>
              <a:schemeClr val="bg1"/>
            </a:solidFill>
            <a:effectLst>
              <a:glow rad="177800">
                <a:schemeClr val="tx1">
                  <a:lumMod val="10000"/>
                  <a:lumOff val="90000"/>
                  <a:alpha val="40000"/>
                </a:schemeClr>
              </a:glow>
              <a:softEdge rad="635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4" name="Graphic 13">
              <a:extLst>
                <a:ext uri="{FF2B5EF4-FFF2-40B4-BE49-F238E27FC236}">
                  <a16:creationId xmlns:a16="http://schemas.microsoft.com/office/drawing/2014/main" id="{5E4ECD58-AE47-3CBC-7BEC-C64E9C200B03}"/>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8665657" y="648955"/>
              <a:ext cx="2991892" cy="2263777"/>
            </a:xfrm>
            <a:prstGeom prst="rect">
              <a:avLst/>
            </a:prstGeom>
          </p:spPr>
        </p:pic>
      </p:grpSp>
    </p:spTree>
    <p:extLst>
      <p:ext uri="{BB962C8B-B14F-4D97-AF65-F5344CB8AC3E}">
        <p14:creationId xmlns:p14="http://schemas.microsoft.com/office/powerpoint/2010/main" val="344414738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00FADD-C721-B445-E496-E5DBBF4BA3AB}"/>
              </a:ext>
            </a:extLst>
          </p:cNvPr>
          <p:cNvSpPr>
            <a:spLocks noGrp="1"/>
          </p:cNvSpPr>
          <p:nvPr>
            <p:ph type="title"/>
          </p:nvPr>
        </p:nvSpPr>
        <p:spPr/>
        <p:txBody>
          <a:bodyPr/>
          <a:lstStyle/>
          <a:p>
            <a:pPr algn="l"/>
            <a:r>
              <a:rPr lang="en-US" err="1"/>
              <a:t>MicrobeTrace</a:t>
            </a:r>
            <a:r>
              <a:rPr lang="en-US"/>
              <a:t> resources</a:t>
            </a:r>
          </a:p>
        </p:txBody>
      </p:sp>
      <p:sp>
        <p:nvSpPr>
          <p:cNvPr id="4" name="Text Placeholder 3">
            <a:extLst>
              <a:ext uri="{FF2B5EF4-FFF2-40B4-BE49-F238E27FC236}">
                <a16:creationId xmlns:a16="http://schemas.microsoft.com/office/drawing/2014/main" id="{DB02FD0B-48E3-02C1-F70D-222B718A855C}"/>
              </a:ext>
            </a:extLst>
          </p:cNvPr>
          <p:cNvSpPr>
            <a:spLocks noGrp="1"/>
          </p:cNvSpPr>
          <p:nvPr>
            <p:ph type="body" sz="quarter" idx="10"/>
          </p:nvPr>
        </p:nvSpPr>
        <p:spPr>
          <a:xfrm>
            <a:off x="524504" y="2199550"/>
            <a:ext cx="10416988" cy="4285188"/>
          </a:xfrm>
        </p:spPr>
        <p:txBody>
          <a:bodyPr/>
          <a:lstStyle/>
          <a:p>
            <a:pPr>
              <a:buClr>
                <a:schemeClr val="accent3"/>
              </a:buClr>
              <a:buFont typeface="Wingdings" panose="05000000000000000000" pitchFamily="2" charset="2"/>
              <a:buChar char="§"/>
            </a:pPr>
            <a:r>
              <a:rPr lang="en-US" dirty="0" err="1"/>
              <a:t>MicrobeTrace</a:t>
            </a:r>
            <a:r>
              <a:rPr lang="en-US" dirty="0"/>
              <a:t> resource toolkit https://cdcgov.github.io/MEBT/microbetrace/</a:t>
            </a:r>
          </a:p>
          <a:p>
            <a:pPr>
              <a:buClr>
                <a:schemeClr val="accent3"/>
              </a:buClr>
              <a:buFont typeface="Wingdings" panose="05000000000000000000" pitchFamily="2" charset="2"/>
              <a:buChar char="§"/>
            </a:pPr>
            <a:endParaRPr lang="en-US" dirty="0"/>
          </a:p>
          <a:p>
            <a:pPr>
              <a:buClr>
                <a:schemeClr val="accent3"/>
              </a:buClr>
              <a:buFont typeface="Wingdings" panose="05000000000000000000" pitchFamily="2" charset="2"/>
              <a:buChar char="§"/>
            </a:pPr>
            <a:r>
              <a:rPr lang="en-US" dirty="0" err="1"/>
              <a:t>MicrobeTrace</a:t>
            </a:r>
            <a:r>
              <a:rPr lang="en-US" dirty="0"/>
              <a:t> Wiki https://github.com/CDCgov/MicrobeTrace/wiki </a:t>
            </a:r>
          </a:p>
          <a:p>
            <a:pPr>
              <a:buClr>
                <a:schemeClr val="accent3"/>
              </a:buClr>
              <a:buFont typeface="Wingdings" panose="05000000000000000000" pitchFamily="2" charset="2"/>
              <a:buChar char="§"/>
            </a:pPr>
            <a:endParaRPr lang="en-US" dirty="0"/>
          </a:p>
          <a:p>
            <a:pPr>
              <a:buClr>
                <a:schemeClr val="accent3"/>
              </a:buClr>
              <a:buFont typeface="Wingdings" panose="05000000000000000000" pitchFamily="2" charset="2"/>
              <a:buChar char="§"/>
            </a:pPr>
            <a:r>
              <a:rPr lang="en-US" dirty="0" err="1"/>
              <a:t>MicrobeTrace</a:t>
            </a:r>
            <a:r>
              <a:rPr lang="en-US" dirty="0"/>
              <a:t> Helpdesk email: microbetrace@cdc.gov</a:t>
            </a:r>
          </a:p>
          <a:p>
            <a:pPr>
              <a:buClr>
                <a:schemeClr val="accent3"/>
              </a:buClr>
              <a:buFont typeface="Wingdings" panose="05000000000000000000" pitchFamily="2" charset="2"/>
              <a:buChar char="§"/>
            </a:pPr>
            <a:endParaRPr lang="en-US" dirty="0"/>
          </a:p>
          <a:p>
            <a:pPr>
              <a:buClr>
                <a:schemeClr val="accent3"/>
              </a:buClr>
              <a:buFont typeface="Wingdings" panose="05000000000000000000" pitchFamily="2" charset="2"/>
              <a:buChar char="§"/>
            </a:pPr>
            <a:r>
              <a:rPr lang="en-US" dirty="0"/>
              <a:t>Current version (PROD v 2.0) https://microbetrace.cdc.gov/MicrobeTrace/</a:t>
            </a:r>
          </a:p>
          <a:p>
            <a:pPr>
              <a:buClr>
                <a:schemeClr val="accent3"/>
              </a:buClr>
              <a:buFont typeface="Wingdings" panose="05000000000000000000" pitchFamily="2" charset="2"/>
              <a:buChar char="§"/>
            </a:pPr>
            <a:endParaRPr lang="en-US" dirty="0"/>
          </a:p>
        </p:txBody>
      </p:sp>
      <p:pic>
        <p:nvPicPr>
          <p:cNvPr id="8" name="Picture 7" descr="Scatter chart, qr code&#10;&#10;AI-generated content may be incorrect.">
            <a:extLst>
              <a:ext uri="{FF2B5EF4-FFF2-40B4-BE49-F238E27FC236}">
                <a16:creationId xmlns:a16="http://schemas.microsoft.com/office/drawing/2014/main" id="{308508D6-517D-6A56-B568-B33C494E61D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939451" y="2006371"/>
            <a:ext cx="2665293" cy="2665293"/>
          </a:xfrm>
          <a:prstGeom prst="rect">
            <a:avLst/>
          </a:prstGeom>
          <a:ln>
            <a:solidFill>
              <a:srgbClr val="7030A0"/>
            </a:solidFill>
          </a:ln>
        </p:spPr>
      </p:pic>
    </p:spTree>
    <p:extLst>
      <p:ext uri="{BB962C8B-B14F-4D97-AF65-F5344CB8AC3E}">
        <p14:creationId xmlns:p14="http://schemas.microsoft.com/office/powerpoint/2010/main" val="41600474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58A7F9-5947-4697-6988-665DA34C84AB}"/>
              </a:ext>
            </a:extLst>
          </p:cNvPr>
          <p:cNvSpPr>
            <a:spLocks noGrp="1"/>
          </p:cNvSpPr>
          <p:nvPr>
            <p:ph type="title"/>
          </p:nvPr>
        </p:nvSpPr>
        <p:spPr>
          <a:xfrm>
            <a:off x="4757939" y="1986923"/>
            <a:ext cx="3004946" cy="994143"/>
          </a:xfrm>
        </p:spPr>
        <p:txBody>
          <a:bodyPr/>
          <a:lstStyle/>
          <a:p>
            <a:pPr algn="ctr"/>
            <a:r>
              <a:rPr lang="en-US"/>
              <a:t>Thank you! </a:t>
            </a:r>
            <a:br>
              <a:rPr lang="en-US"/>
            </a:br>
            <a:br>
              <a:rPr lang="en-US"/>
            </a:br>
            <a:r>
              <a:rPr lang="en-US"/>
              <a:t>Questions?</a:t>
            </a:r>
          </a:p>
        </p:txBody>
      </p:sp>
    </p:spTree>
    <p:extLst>
      <p:ext uri="{BB962C8B-B14F-4D97-AF65-F5344CB8AC3E}">
        <p14:creationId xmlns:p14="http://schemas.microsoft.com/office/powerpoint/2010/main" val="286809620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accent3"/>
        </a:solidFill>
        <a:effectLst/>
      </p:bgPr>
    </p:bg>
    <p:spTree>
      <p:nvGrpSpPr>
        <p:cNvPr id="1" name="">
          <a:extLst>
            <a:ext uri="{FF2B5EF4-FFF2-40B4-BE49-F238E27FC236}">
              <a16:creationId xmlns:a16="http://schemas.microsoft.com/office/drawing/2014/main" id="{309FBC8F-36D2-B225-686E-8D63F50B409B}"/>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00F6E336-46B8-50C2-0EAC-3308934BA2D9}"/>
              </a:ext>
            </a:extLst>
          </p:cNvPr>
          <p:cNvSpPr>
            <a:spLocks noGrp="1"/>
          </p:cNvSpPr>
          <p:nvPr>
            <p:ph type="title"/>
          </p:nvPr>
        </p:nvSpPr>
        <p:spPr>
          <a:xfrm>
            <a:off x="5244496" y="1405468"/>
            <a:ext cx="6947504" cy="3292053"/>
          </a:xfrm>
        </p:spPr>
        <p:txBody>
          <a:bodyPr/>
          <a:lstStyle/>
          <a:p>
            <a:r>
              <a:rPr lang="en-US" dirty="0" err="1">
                <a:solidFill>
                  <a:schemeClr val="bg1"/>
                </a:solidFill>
              </a:rPr>
              <a:t>MicrobeTrace</a:t>
            </a:r>
            <a:r>
              <a:rPr lang="en-US" dirty="0">
                <a:solidFill>
                  <a:schemeClr val="bg1"/>
                </a:solidFill>
              </a:rPr>
              <a:t> Exercise: </a:t>
            </a:r>
            <a:r>
              <a:rPr lang="en-US" i="1" dirty="0">
                <a:solidFill>
                  <a:schemeClr val="bg1"/>
                </a:solidFill>
              </a:rPr>
              <a:t>Acinetobacter baumannii </a:t>
            </a:r>
            <a:r>
              <a:rPr lang="en-US" dirty="0">
                <a:solidFill>
                  <a:schemeClr val="bg1"/>
                </a:solidFill>
              </a:rPr>
              <a:t>outbreak</a:t>
            </a:r>
          </a:p>
        </p:txBody>
      </p:sp>
      <p:grpSp>
        <p:nvGrpSpPr>
          <p:cNvPr id="9" name="Group 8">
            <a:extLst>
              <a:ext uri="{FF2B5EF4-FFF2-40B4-BE49-F238E27FC236}">
                <a16:creationId xmlns:a16="http://schemas.microsoft.com/office/drawing/2014/main" id="{FC929981-AE88-103D-E74B-69F5C8B5ABCF}"/>
              </a:ext>
            </a:extLst>
          </p:cNvPr>
          <p:cNvGrpSpPr/>
          <p:nvPr/>
        </p:nvGrpSpPr>
        <p:grpSpPr>
          <a:xfrm>
            <a:off x="1434892" y="2126815"/>
            <a:ext cx="3425866" cy="2409090"/>
            <a:chOff x="8656933" y="615727"/>
            <a:chExt cx="3018898" cy="2329652"/>
          </a:xfrm>
        </p:grpSpPr>
        <p:sp>
          <p:nvSpPr>
            <p:cNvPr id="10" name="Rectangle 9">
              <a:extLst>
                <a:ext uri="{FF2B5EF4-FFF2-40B4-BE49-F238E27FC236}">
                  <a16:creationId xmlns:a16="http://schemas.microsoft.com/office/drawing/2014/main" id="{779DD6BB-0054-155A-0368-D6D0B9DDF794}"/>
                </a:ext>
              </a:extLst>
            </p:cNvPr>
            <p:cNvSpPr/>
            <p:nvPr/>
          </p:nvSpPr>
          <p:spPr>
            <a:xfrm>
              <a:off x="8656933" y="615727"/>
              <a:ext cx="3018898" cy="2329652"/>
            </a:xfrm>
            <a:prstGeom prst="rect">
              <a:avLst/>
            </a:prstGeom>
            <a:solidFill>
              <a:schemeClr val="bg1"/>
            </a:solidFill>
            <a:effectLst>
              <a:glow rad="177800">
                <a:schemeClr val="tx1">
                  <a:lumMod val="10000"/>
                  <a:lumOff val="90000"/>
                  <a:alpha val="40000"/>
                </a:schemeClr>
              </a:glow>
              <a:softEdge rad="635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pic>
          <p:nvPicPr>
            <p:cNvPr id="11" name="Graphic 10">
              <a:extLst>
                <a:ext uri="{FF2B5EF4-FFF2-40B4-BE49-F238E27FC236}">
                  <a16:creationId xmlns:a16="http://schemas.microsoft.com/office/drawing/2014/main" id="{8E72FCB9-60BC-572C-0647-9B4870F88255}"/>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8665657" y="648955"/>
              <a:ext cx="2991892" cy="2263777"/>
            </a:xfrm>
            <a:prstGeom prst="rect">
              <a:avLst/>
            </a:prstGeom>
          </p:spPr>
        </p:pic>
      </p:grpSp>
      <p:sp>
        <p:nvSpPr>
          <p:cNvPr id="7" name="Text Placeholder 6">
            <a:extLst>
              <a:ext uri="{FF2B5EF4-FFF2-40B4-BE49-F238E27FC236}">
                <a16:creationId xmlns:a16="http://schemas.microsoft.com/office/drawing/2014/main" id="{3FEA9FB6-F55F-DB52-D3DA-90E1CE5C95DF}"/>
              </a:ext>
            </a:extLst>
          </p:cNvPr>
          <p:cNvSpPr>
            <a:spLocks noGrp="1"/>
          </p:cNvSpPr>
          <p:nvPr>
            <p:ph type="body" sz="quarter" idx="12"/>
          </p:nvPr>
        </p:nvSpPr>
        <p:spPr>
          <a:xfrm>
            <a:off x="5401854" y="4748994"/>
            <a:ext cx="4861977" cy="1076519"/>
          </a:xfrm>
        </p:spPr>
        <p:txBody>
          <a:bodyPr/>
          <a:lstStyle/>
          <a:p>
            <a:r>
              <a:rPr lang="en-US" sz="2000" dirty="0">
                <a:solidFill>
                  <a:schemeClr val="bg1"/>
                </a:solidFill>
              </a:rPr>
              <a:t>Mayra Trujillo, Kansas DHE</a:t>
            </a:r>
          </a:p>
          <a:p>
            <a:r>
              <a:rPr lang="en-US" sz="2000" dirty="0">
                <a:solidFill>
                  <a:schemeClr val="bg1"/>
                </a:solidFill>
              </a:rPr>
              <a:t>Meghan Maloney, Connecticut DOH</a:t>
            </a:r>
          </a:p>
        </p:txBody>
      </p:sp>
    </p:spTree>
    <p:extLst>
      <p:ext uri="{BB962C8B-B14F-4D97-AF65-F5344CB8AC3E}">
        <p14:creationId xmlns:p14="http://schemas.microsoft.com/office/powerpoint/2010/main" val="274167285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0EF4B3-6766-5011-E2C2-D8E4E1BEAED2}"/>
              </a:ext>
            </a:extLst>
          </p:cNvPr>
          <p:cNvSpPr>
            <a:spLocks noGrp="1"/>
          </p:cNvSpPr>
          <p:nvPr>
            <p:ph type="title"/>
          </p:nvPr>
        </p:nvSpPr>
        <p:spPr/>
        <p:txBody>
          <a:bodyPr/>
          <a:lstStyle/>
          <a:p>
            <a:r>
              <a:rPr lang="en-US" sz="3600" dirty="0"/>
              <a:t>Exercise Overview</a:t>
            </a:r>
          </a:p>
        </p:txBody>
      </p:sp>
      <p:sp>
        <p:nvSpPr>
          <p:cNvPr id="3" name="Text Placeholder 2">
            <a:extLst>
              <a:ext uri="{FF2B5EF4-FFF2-40B4-BE49-F238E27FC236}">
                <a16:creationId xmlns:a16="http://schemas.microsoft.com/office/drawing/2014/main" id="{A3510BA9-9D9B-36BD-4F82-52E72A4555AA}"/>
              </a:ext>
            </a:extLst>
          </p:cNvPr>
          <p:cNvSpPr>
            <a:spLocks noGrp="1"/>
          </p:cNvSpPr>
          <p:nvPr>
            <p:ph type="body" sz="quarter" idx="11"/>
          </p:nvPr>
        </p:nvSpPr>
        <p:spPr/>
        <p:txBody>
          <a:bodyPr/>
          <a:lstStyle/>
          <a:p>
            <a:r>
              <a:rPr lang="en-US" i="1" dirty="0"/>
              <a:t>Acinetobacter baumannii </a:t>
            </a:r>
            <a:r>
              <a:rPr lang="en-US" dirty="0"/>
              <a:t>outbreak</a:t>
            </a:r>
          </a:p>
        </p:txBody>
      </p:sp>
      <p:sp>
        <p:nvSpPr>
          <p:cNvPr id="4" name="Text Placeholder 3">
            <a:extLst>
              <a:ext uri="{FF2B5EF4-FFF2-40B4-BE49-F238E27FC236}">
                <a16:creationId xmlns:a16="http://schemas.microsoft.com/office/drawing/2014/main" id="{4DCA6692-57D9-5A1D-10EC-FC70C620D9E7}"/>
              </a:ext>
            </a:extLst>
          </p:cNvPr>
          <p:cNvSpPr>
            <a:spLocks noGrp="1"/>
          </p:cNvSpPr>
          <p:nvPr>
            <p:ph type="body" sz="quarter" idx="10"/>
          </p:nvPr>
        </p:nvSpPr>
        <p:spPr/>
        <p:txBody>
          <a:bodyPr/>
          <a:lstStyle/>
          <a:p>
            <a:pPr>
              <a:lnSpc>
                <a:spcPct val="150000"/>
              </a:lnSpc>
            </a:pPr>
            <a:r>
              <a:rPr lang="en-US" sz="2000" dirty="0"/>
              <a:t>Find a partner and work together</a:t>
            </a:r>
          </a:p>
          <a:p>
            <a:pPr>
              <a:lnSpc>
                <a:spcPct val="150000"/>
              </a:lnSpc>
            </a:pPr>
            <a:r>
              <a:rPr lang="en-US" sz="2000" dirty="0"/>
              <a:t>From the </a:t>
            </a:r>
            <a:r>
              <a:rPr lang="en-US" sz="2000" dirty="0" err="1"/>
              <a:t>Github</a:t>
            </a:r>
            <a:r>
              <a:rPr lang="en-US" sz="2000" dirty="0"/>
              <a:t> Repository: </a:t>
            </a:r>
            <a:br>
              <a:rPr lang="en-US" sz="2000" dirty="0"/>
            </a:br>
            <a:r>
              <a:rPr lang="en-US" sz="2000" u="sng" dirty="0">
                <a:hlinkClick r:id="rId3"/>
              </a:rPr>
              <a:t>https://github.com/DNA-Bioboss/2026_AMD_Academy_MicrobeTrace_S1.git</a:t>
            </a:r>
            <a:r>
              <a:rPr lang="en-US" sz="2000" dirty="0"/>
              <a:t>, download and/or clone the data into a folder on your computer</a:t>
            </a:r>
          </a:p>
          <a:p>
            <a:pPr>
              <a:lnSpc>
                <a:spcPct val="150000"/>
              </a:lnSpc>
            </a:pPr>
            <a:r>
              <a:rPr lang="en-US" sz="2000" dirty="0"/>
              <a:t>Go to </a:t>
            </a:r>
            <a:r>
              <a:rPr lang="en-US" sz="2000" dirty="0">
                <a:hlinkClick r:id="rId4"/>
              </a:rPr>
              <a:t>https://microbetrace.cdc.gov/MicrobeTrace/</a:t>
            </a:r>
            <a:endParaRPr lang="en-US" sz="2000" dirty="0"/>
          </a:p>
          <a:p>
            <a:pPr>
              <a:lnSpc>
                <a:spcPct val="150000"/>
              </a:lnSpc>
            </a:pPr>
            <a:r>
              <a:rPr lang="en-US" sz="2000" dirty="0"/>
              <a:t>Open the </a:t>
            </a:r>
            <a:r>
              <a:rPr lang="en-US" sz="2000" dirty="0" err="1"/>
              <a:t>MicrobeTrace</a:t>
            </a:r>
            <a:r>
              <a:rPr lang="en-US" sz="2000" dirty="0"/>
              <a:t> Instructions document and begin</a:t>
            </a:r>
          </a:p>
          <a:p>
            <a:pPr>
              <a:lnSpc>
                <a:spcPct val="150000"/>
              </a:lnSpc>
            </a:pPr>
            <a:r>
              <a:rPr lang="en-US" sz="2000" dirty="0"/>
              <a:t>If you have any question, let us know</a:t>
            </a:r>
          </a:p>
          <a:p>
            <a:pPr>
              <a:lnSpc>
                <a:spcPct val="150000"/>
              </a:lnSpc>
            </a:pPr>
            <a:r>
              <a:rPr lang="en-US" sz="2000" dirty="0"/>
              <a:t>We’ll stop to discuss the activity 15 min before switching sessions</a:t>
            </a:r>
          </a:p>
          <a:p>
            <a:endParaRPr lang="en-US" sz="2000" dirty="0"/>
          </a:p>
          <a:p>
            <a:endParaRPr lang="en-US" sz="2000" dirty="0"/>
          </a:p>
        </p:txBody>
      </p:sp>
    </p:spTree>
    <p:extLst>
      <p:ext uri="{BB962C8B-B14F-4D97-AF65-F5344CB8AC3E}">
        <p14:creationId xmlns:p14="http://schemas.microsoft.com/office/powerpoint/2010/main" val="184746118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accent3"/>
        </a:solidFill>
        <a:effectLst/>
      </p:bgPr>
    </p:bg>
    <p:spTree>
      <p:nvGrpSpPr>
        <p:cNvPr id="1" name="">
          <a:extLst>
            <a:ext uri="{FF2B5EF4-FFF2-40B4-BE49-F238E27FC236}">
              <a16:creationId xmlns:a16="http://schemas.microsoft.com/office/drawing/2014/main" id="{C1450C23-095B-9101-2F93-466F29FA9DF5}"/>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292758E6-6CF4-149B-2867-0E395C31C2BE}"/>
              </a:ext>
            </a:extLst>
          </p:cNvPr>
          <p:cNvSpPr>
            <a:spLocks noGrp="1"/>
          </p:cNvSpPr>
          <p:nvPr>
            <p:ph type="title"/>
          </p:nvPr>
        </p:nvSpPr>
        <p:spPr>
          <a:xfrm>
            <a:off x="5244496" y="897467"/>
            <a:ext cx="6947504" cy="3766186"/>
          </a:xfrm>
        </p:spPr>
        <p:txBody>
          <a:bodyPr/>
          <a:lstStyle/>
          <a:p>
            <a:r>
              <a:rPr lang="en-US" dirty="0">
                <a:solidFill>
                  <a:schemeClr val="bg1"/>
                </a:solidFill>
              </a:rPr>
              <a:t>Microbe Trace Exercise: </a:t>
            </a:r>
            <a:br>
              <a:rPr lang="en-US" dirty="0">
                <a:solidFill>
                  <a:schemeClr val="bg1"/>
                </a:solidFill>
              </a:rPr>
            </a:br>
            <a:r>
              <a:rPr lang="en-US" i="1" dirty="0">
                <a:solidFill>
                  <a:schemeClr val="bg1"/>
                </a:solidFill>
              </a:rPr>
              <a:t>Candida auris</a:t>
            </a:r>
            <a:br>
              <a:rPr lang="en-US" i="1" dirty="0">
                <a:solidFill>
                  <a:schemeClr val="bg1"/>
                </a:solidFill>
              </a:rPr>
            </a:br>
            <a:r>
              <a:rPr lang="en-US" dirty="0">
                <a:solidFill>
                  <a:schemeClr val="bg1"/>
                </a:solidFill>
              </a:rPr>
              <a:t>outbreak</a:t>
            </a:r>
          </a:p>
        </p:txBody>
      </p:sp>
      <p:grpSp>
        <p:nvGrpSpPr>
          <p:cNvPr id="9" name="Group 8">
            <a:extLst>
              <a:ext uri="{FF2B5EF4-FFF2-40B4-BE49-F238E27FC236}">
                <a16:creationId xmlns:a16="http://schemas.microsoft.com/office/drawing/2014/main" id="{43EE81CA-274E-676B-37D7-A22C205543A7}"/>
              </a:ext>
            </a:extLst>
          </p:cNvPr>
          <p:cNvGrpSpPr/>
          <p:nvPr/>
        </p:nvGrpSpPr>
        <p:grpSpPr>
          <a:xfrm>
            <a:off x="1434892" y="2126815"/>
            <a:ext cx="3425866" cy="2409090"/>
            <a:chOff x="8656933" y="615727"/>
            <a:chExt cx="3018898" cy="2329652"/>
          </a:xfrm>
        </p:grpSpPr>
        <p:sp>
          <p:nvSpPr>
            <p:cNvPr id="10" name="Rectangle 9">
              <a:extLst>
                <a:ext uri="{FF2B5EF4-FFF2-40B4-BE49-F238E27FC236}">
                  <a16:creationId xmlns:a16="http://schemas.microsoft.com/office/drawing/2014/main" id="{D2406D8D-DC55-7177-D518-A70A7554557C}"/>
                </a:ext>
              </a:extLst>
            </p:cNvPr>
            <p:cNvSpPr/>
            <p:nvPr/>
          </p:nvSpPr>
          <p:spPr>
            <a:xfrm>
              <a:off x="8656933" y="615727"/>
              <a:ext cx="3018898" cy="2329652"/>
            </a:xfrm>
            <a:prstGeom prst="rect">
              <a:avLst/>
            </a:prstGeom>
            <a:solidFill>
              <a:schemeClr val="bg1"/>
            </a:solidFill>
            <a:effectLst>
              <a:glow rad="177800">
                <a:schemeClr val="tx1">
                  <a:lumMod val="10000"/>
                  <a:lumOff val="90000"/>
                  <a:alpha val="40000"/>
                </a:schemeClr>
              </a:glow>
              <a:softEdge rad="635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pic>
          <p:nvPicPr>
            <p:cNvPr id="11" name="Graphic 10">
              <a:extLst>
                <a:ext uri="{FF2B5EF4-FFF2-40B4-BE49-F238E27FC236}">
                  <a16:creationId xmlns:a16="http://schemas.microsoft.com/office/drawing/2014/main" id="{362A07E5-5828-329D-A6C5-84B2789F5041}"/>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8665657" y="648955"/>
              <a:ext cx="2991892" cy="2263777"/>
            </a:xfrm>
            <a:prstGeom prst="rect">
              <a:avLst/>
            </a:prstGeom>
          </p:spPr>
        </p:pic>
      </p:grpSp>
      <p:sp>
        <p:nvSpPr>
          <p:cNvPr id="7" name="Text Placeholder 6">
            <a:extLst>
              <a:ext uri="{FF2B5EF4-FFF2-40B4-BE49-F238E27FC236}">
                <a16:creationId xmlns:a16="http://schemas.microsoft.com/office/drawing/2014/main" id="{8E5388DE-10A0-C819-831E-A2F5464B01D0}"/>
              </a:ext>
            </a:extLst>
          </p:cNvPr>
          <p:cNvSpPr>
            <a:spLocks noGrp="1"/>
          </p:cNvSpPr>
          <p:nvPr>
            <p:ph type="body" sz="quarter" idx="12"/>
          </p:nvPr>
        </p:nvSpPr>
        <p:spPr>
          <a:xfrm>
            <a:off x="6045320" y="5510994"/>
            <a:ext cx="4861977" cy="1076519"/>
          </a:xfrm>
        </p:spPr>
        <p:txBody>
          <a:bodyPr/>
          <a:lstStyle/>
          <a:p>
            <a:r>
              <a:rPr lang="en-US" sz="2000" dirty="0">
                <a:solidFill>
                  <a:schemeClr val="bg1"/>
                </a:solidFill>
              </a:rPr>
              <a:t>Mayra Trujillo, Kansas DHE</a:t>
            </a:r>
          </a:p>
          <a:p>
            <a:r>
              <a:rPr lang="en-US" sz="2000" dirty="0">
                <a:solidFill>
                  <a:schemeClr val="bg1"/>
                </a:solidFill>
              </a:rPr>
              <a:t>Meghan Maloney, Connecticut DOH</a:t>
            </a:r>
          </a:p>
        </p:txBody>
      </p:sp>
    </p:spTree>
    <p:extLst>
      <p:ext uri="{BB962C8B-B14F-4D97-AF65-F5344CB8AC3E}">
        <p14:creationId xmlns:p14="http://schemas.microsoft.com/office/powerpoint/2010/main" val="357675849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1F8824-A4D2-6C5C-A7D2-869DC1B464B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76E7857-6ADB-7E20-E5F5-579547688161}"/>
              </a:ext>
            </a:extLst>
          </p:cNvPr>
          <p:cNvSpPr>
            <a:spLocks noGrp="1"/>
          </p:cNvSpPr>
          <p:nvPr>
            <p:ph type="title"/>
          </p:nvPr>
        </p:nvSpPr>
        <p:spPr/>
        <p:txBody>
          <a:bodyPr/>
          <a:lstStyle/>
          <a:p>
            <a:r>
              <a:rPr lang="en-US" sz="3600" dirty="0"/>
              <a:t>Exercise Overview</a:t>
            </a:r>
          </a:p>
        </p:txBody>
      </p:sp>
      <p:sp>
        <p:nvSpPr>
          <p:cNvPr id="3" name="Text Placeholder 2">
            <a:extLst>
              <a:ext uri="{FF2B5EF4-FFF2-40B4-BE49-F238E27FC236}">
                <a16:creationId xmlns:a16="http://schemas.microsoft.com/office/drawing/2014/main" id="{2842C84C-D58E-00A1-6829-7ED04C917394}"/>
              </a:ext>
            </a:extLst>
          </p:cNvPr>
          <p:cNvSpPr>
            <a:spLocks noGrp="1"/>
          </p:cNvSpPr>
          <p:nvPr>
            <p:ph type="body" sz="quarter" idx="11"/>
          </p:nvPr>
        </p:nvSpPr>
        <p:spPr/>
        <p:txBody>
          <a:bodyPr/>
          <a:lstStyle/>
          <a:p>
            <a:r>
              <a:rPr lang="en-US" i="1" dirty="0"/>
              <a:t>Candida auris </a:t>
            </a:r>
            <a:r>
              <a:rPr lang="en-US" dirty="0"/>
              <a:t>outbreak</a:t>
            </a:r>
          </a:p>
        </p:txBody>
      </p:sp>
      <p:sp>
        <p:nvSpPr>
          <p:cNvPr id="4" name="Text Placeholder 3">
            <a:extLst>
              <a:ext uri="{FF2B5EF4-FFF2-40B4-BE49-F238E27FC236}">
                <a16:creationId xmlns:a16="http://schemas.microsoft.com/office/drawing/2014/main" id="{79F388C8-B22A-F364-9165-3E13F2336C09}"/>
              </a:ext>
            </a:extLst>
          </p:cNvPr>
          <p:cNvSpPr>
            <a:spLocks noGrp="1"/>
          </p:cNvSpPr>
          <p:nvPr>
            <p:ph type="body" sz="quarter" idx="10"/>
          </p:nvPr>
        </p:nvSpPr>
        <p:spPr/>
        <p:txBody>
          <a:bodyPr/>
          <a:lstStyle/>
          <a:p>
            <a:pPr>
              <a:lnSpc>
                <a:spcPct val="150000"/>
              </a:lnSpc>
            </a:pPr>
            <a:r>
              <a:rPr lang="en-US" sz="2000" dirty="0"/>
              <a:t>Find a partner and work together</a:t>
            </a:r>
          </a:p>
          <a:p>
            <a:pPr>
              <a:lnSpc>
                <a:spcPct val="150000"/>
              </a:lnSpc>
            </a:pPr>
            <a:r>
              <a:rPr lang="en-US" sz="2000" dirty="0"/>
              <a:t>From the </a:t>
            </a:r>
            <a:r>
              <a:rPr lang="en-US" sz="2000" dirty="0" err="1"/>
              <a:t>Github</a:t>
            </a:r>
            <a:r>
              <a:rPr lang="en-US" sz="2000" dirty="0"/>
              <a:t> Repository: </a:t>
            </a:r>
            <a:br>
              <a:rPr lang="en-US" sz="2000" dirty="0"/>
            </a:br>
            <a:r>
              <a:rPr lang="en-US" sz="2000" u="sng" dirty="0">
                <a:hlinkClick r:id="rId3"/>
              </a:rPr>
              <a:t>https://github.com/DNA-Bioboss/2026_AMD_Academy_MicrobeTrace_S2.git</a:t>
            </a:r>
            <a:r>
              <a:rPr lang="en-US" sz="2000" dirty="0"/>
              <a:t>, download and/or clone the data into a folder on your computer</a:t>
            </a:r>
          </a:p>
          <a:p>
            <a:pPr>
              <a:lnSpc>
                <a:spcPct val="150000"/>
              </a:lnSpc>
            </a:pPr>
            <a:r>
              <a:rPr lang="en-US" sz="2000" dirty="0"/>
              <a:t>Go to </a:t>
            </a:r>
            <a:r>
              <a:rPr lang="en-US" sz="2000" dirty="0">
                <a:hlinkClick r:id="rId4"/>
              </a:rPr>
              <a:t>https://microbetrace.cdc.gov/MicrobeTrace/</a:t>
            </a:r>
            <a:endParaRPr lang="en-US" sz="2000" dirty="0"/>
          </a:p>
          <a:p>
            <a:pPr>
              <a:lnSpc>
                <a:spcPct val="150000"/>
              </a:lnSpc>
            </a:pPr>
            <a:r>
              <a:rPr lang="en-US" sz="2000" dirty="0"/>
              <a:t>Open the </a:t>
            </a:r>
            <a:r>
              <a:rPr lang="en-US" sz="2000" dirty="0" err="1"/>
              <a:t>MicrobeTrace</a:t>
            </a:r>
            <a:r>
              <a:rPr lang="en-US" sz="2000" dirty="0"/>
              <a:t> Instructions document and begin</a:t>
            </a:r>
          </a:p>
          <a:p>
            <a:pPr>
              <a:lnSpc>
                <a:spcPct val="150000"/>
              </a:lnSpc>
            </a:pPr>
            <a:r>
              <a:rPr lang="en-US" sz="2000" dirty="0"/>
              <a:t>If you have any question, let us know</a:t>
            </a:r>
          </a:p>
          <a:p>
            <a:pPr>
              <a:lnSpc>
                <a:spcPct val="150000"/>
              </a:lnSpc>
            </a:pPr>
            <a:r>
              <a:rPr lang="en-US" sz="2000" dirty="0"/>
              <a:t>We’ll stop to discuss the activity 15 min before switching sessions</a:t>
            </a:r>
          </a:p>
          <a:p>
            <a:endParaRPr lang="en-US" sz="2000" dirty="0"/>
          </a:p>
          <a:p>
            <a:endParaRPr lang="en-US" sz="2000" dirty="0"/>
          </a:p>
        </p:txBody>
      </p:sp>
    </p:spTree>
    <p:extLst>
      <p:ext uri="{BB962C8B-B14F-4D97-AF65-F5344CB8AC3E}">
        <p14:creationId xmlns:p14="http://schemas.microsoft.com/office/powerpoint/2010/main" val="404769579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FD741D09-6C55-3D6C-0B22-3F30D0067E6B}"/>
              </a:ext>
            </a:extLst>
          </p:cNvPr>
          <p:cNvPicPr>
            <a:picLocks noChangeAspect="1"/>
          </p:cNvPicPr>
          <p:nvPr/>
        </p:nvPicPr>
        <p:blipFill>
          <a:blip r:embed="rId3"/>
          <a:stretch>
            <a:fillRect/>
          </a:stretch>
        </p:blipFill>
        <p:spPr>
          <a:xfrm>
            <a:off x="5051707" y="859281"/>
            <a:ext cx="1092193" cy="1596282"/>
          </a:xfrm>
          <a:prstGeom prst="rect">
            <a:avLst/>
          </a:prstGeom>
        </p:spPr>
      </p:pic>
      <p:pic>
        <p:nvPicPr>
          <p:cNvPr id="19" name="Picture 18">
            <a:extLst>
              <a:ext uri="{FF2B5EF4-FFF2-40B4-BE49-F238E27FC236}">
                <a16:creationId xmlns:a16="http://schemas.microsoft.com/office/drawing/2014/main" id="{9F7618AF-1979-A68E-CC11-9E994539120F}"/>
              </a:ext>
            </a:extLst>
          </p:cNvPr>
          <p:cNvPicPr>
            <a:picLocks noChangeAspect="1"/>
          </p:cNvPicPr>
          <p:nvPr/>
        </p:nvPicPr>
        <p:blipFill>
          <a:blip r:embed="rId4"/>
          <a:stretch>
            <a:fillRect/>
          </a:stretch>
        </p:blipFill>
        <p:spPr>
          <a:xfrm>
            <a:off x="6359515" y="844615"/>
            <a:ext cx="562004" cy="2233727"/>
          </a:xfrm>
          <a:prstGeom prst="rect">
            <a:avLst/>
          </a:prstGeom>
          <a:ln>
            <a:solidFill>
              <a:schemeClr val="tx1"/>
            </a:solidFill>
          </a:ln>
        </p:spPr>
      </p:pic>
      <p:pic>
        <p:nvPicPr>
          <p:cNvPr id="21" name="Picture 20">
            <a:extLst>
              <a:ext uri="{FF2B5EF4-FFF2-40B4-BE49-F238E27FC236}">
                <a16:creationId xmlns:a16="http://schemas.microsoft.com/office/drawing/2014/main" id="{47DD3DFC-3355-56DF-608B-DE5FFBEEB84C}"/>
              </a:ext>
            </a:extLst>
          </p:cNvPr>
          <p:cNvPicPr>
            <a:picLocks noChangeAspect="1"/>
          </p:cNvPicPr>
          <p:nvPr/>
        </p:nvPicPr>
        <p:blipFill>
          <a:blip r:embed="rId5"/>
          <a:stretch>
            <a:fillRect/>
          </a:stretch>
        </p:blipFill>
        <p:spPr>
          <a:xfrm>
            <a:off x="7174553" y="889860"/>
            <a:ext cx="361969" cy="328630"/>
          </a:xfrm>
          <a:prstGeom prst="rect">
            <a:avLst/>
          </a:prstGeom>
          <a:ln>
            <a:solidFill>
              <a:schemeClr val="tx1"/>
            </a:solidFill>
          </a:ln>
        </p:spPr>
      </p:pic>
      <p:pic>
        <p:nvPicPr>
          <p:cNvPr id="30" name="Picture 29">
            <a:extLst>
              <a:ext uri="{FF2B5EF4-FFF2-40B4-BE49-F238E27FC236}">
                <a16:creationId xmlns:a16="http://schemas.microsoft.com/office/drawing/2014/main" id="{C5B0AC5E-500F-D2BC-74E6-B858FD45A9DB}"/>
              </a:ext>
            </a:extLst>
          </p:cNvPr>
          <p:cNvPicPr>
            <a:picLocks noChangeAspect="1"/>
          </p:cNvPicPr>
          <p:nvPr/>
        </p:nvPicPr>
        <p:blipFill>
          <a:blip r:embed="rId6"/>
          <a:srcRect b="80241"/>
          <a:stretch>
            <a:fillRect/>
          </a:stretch>
        </p:blipFill>
        <p:spPr>
          <a:xfrm>
            <a:off x="3641761" y="388663"/>
            <a:ext cx="4831424" cy="263849"/>
          </a:xfrm>
          <a:prstGeom prst="rect">
            <a:avLst/>
          </a:prstGeom>
        </p:spPr>
      </p:pic>
      <p:cxnSp>
        <p:nvCxnSpPr>
          <p:cNvPr id="34" name="Straight Arrow Connector 33">
            <a:extLst>
              <a:ext uri="{FF2B5EF4-FFF2-40B4-BE49-F238E27FC236}">
                <a16:creationId xmlns:a16="http://schemas.microsoft.com/office/drawing/2014/main" id="{6D4D66B8-4874-BE7C-53ED-DC08E9D1BAC4}"/>
              </a:ext>
            </a:extLst>
          </p:cNvPr>
          <p:cNvCxnSpPr>
            <a:cxnSpLocks/>
            <a:endCxn id="15" idx="0"/>
          </p:cNvCxnSpPr>
          <p:nvPr/>
        </p:nvCxnSpPr>
        <p:spPr>
          <a:xfrm flipH="1">
            <a:off x="4121497" y="605517"/>
            <a:ext cx="421634" cy="284344"/>
          </a:xfrm>
          <a:prstGeom prst="straightConnector1">
            <a:avLst/>
          </a:prstGeom>
          <a:ln w="15875">
            <a:solidFill>
              <a:srgbClr val="FF0000"/>
            </a:solidFill>
            <a:tailEnd type="triangle"/>
          </a:ln>
        </p:spPr>
        <p:style>
          <a:lnRef idx="2">
            <a:schemeClr val="accent1"/>
          </a:lnRef>
          <a:fillRef idx="0">
            <a:schemeClr val="accent1"/>
          </a:fillRef>
          <a:effectRef idx="1">
            <a:schemeClr val="accent1"/>
          </a:effectRef>
          <a:fontRef idx="minor">
            <a:schemeClr val="tx1"/>
          </a:fontRef>
        </p:style>
      </p:cxnSp>
      <p:grpSp>
        <p:nvGrpSpPr>
          <p:cNvPr id="47" name="Group 46">
            <a:extLst>
              <a:ext uri="{FF2B5EF4-FFF2-40B4-BE49-F238E27FC236}">
                <a16:creationId xmlns:a16="http://schemas.microsoft.com/office/drawing/2014/main" id="{3329BA35-E696-9EF5-467D-EF699AA4E8A9}"/>
              </a:ext>
            </a:extLst>
          </p:cNvPr>
          <p:cNvGrpSpPr/>
          <p:nvPr/>
        </p:nvGrpSpPr>
        <p:grpSpPr>
          <a:xfrm>
            <a:off x="3835733" y="889860"/>
            <a:ext cx="571529" cy="900159"/>
            <a:chOff x="415310" y="1186480"/>
            <a:chExt cx="762039" cy="1200212"/>
          </a:xfrm>
        </p:grpSpPr>
        <p:pic>
          <p:nvPicPr>
            <p:cNvPr id="15" name="Picture 14">
              <a:extLst>
                <a:ext uri="{FF2B5EF4-FFF2-40B4-BE49-F238E27FC236}">
                  <a16:creationId xmlns:a16="http://schemas.microsoft.com/office/drawing/2014/main" id="{F4733F60-BB5B-F923-F92F-F8D849852A01}"/>
                </a:ext>
              </a:extLst>
            </p:cNvPr>
            <p:cNvPicPr>
              <a:picLocks noChangeAspect="1"/>
            </p:cNvPicPr>
            <p:nvPr/>
          </p:nvPicPr>
          <p:blipFill>
            <a:blip r:embed="rId7"/>
            <a:stretch>
              <a:fillRect/>
            </a:stretch>
          </p:blipFill>
          <p:spPr>
            <a:xfrm>
              <a:off x="415310" y="1186480"/>
              <a:ext cx="762039" cy="1200212"/>
            </a:xfrm>
            <a:prstGeom prst="rect">
              <a:avLst/>
            </a:prstGeom>
            <a:ln>
              <a:solidFill>
                <a:schemeClr val="tx1"/>
              </a:solidFill>
            </a:ln>
          </p:spPr>
        </p:pic>
        <p:sp>
          <p:nvSpPr>
            <p:cNvPr id="39" name="Rectangle 38">
              <a:extLst>
                <a:ext uri="{FF2B5EF4-FFF2-40B4-BE49-F238E27FC236}">
                  <a16:creationId xmlns:a16="http://schemas.microsoft.com/office/drawing/2014/main" id="{A562C214-C1A6-7165-538F-384845BBDC4C}"/>
                </a:ext>
              </a:extLst>
            </p:cNvPr>
            <p:cNvSpPr/>
            <p:nvPr/>
          </p:nvSpPr>
          <p:spPr>
            <a:xfrm>
              <a:off x="415310" y="2190341"/>
              <a:ext cx="762039" cy="130295"/>
            </a:xfrm>
            <a:prstGeom prst="rect">
              <a:avLst/>
            </a:prstGeom>
            <a:solidFill>
              <a:srgbClr val="FFFF00">
                <a:alpha val="24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350"/>
            </a:p>
          </p:txBody>
        </p:sp>
      </p:grpSp>
      <p:sp>
        <p:nvSpPr>
          <p:cNvPr id="40" name="TextBox 39">
            <a:extLst>
              <a:ext uri="{FF2B5EF4-FFF2-40B4-BE49-F238E27FC236}">
                <a16:creationId xmlns:a16="http://schemas.microsoft.com/office/drawing/2014/main" id="{6053BC2E-B364-5282-5C73-2BB913F3F9E4}"/>
              </a:ext>
            </a:extLst>
          </p:cNvPr>
          <p:cNvSpPr txBox="1"/>
          <p:nvPr/>
        </p:nvSpPr>
        <p:spPr>
          <a:xfrm>
            <a:off x="3978918" y="2251776"/>
            <a:ext cx="938510" cy="456087"/>
          </a:xfrm>
          <a:prstGeom prst="rect">
            <a:avLst/>
          </a:prstGeom>
          <a:noFill/>
        </p:spPr>
        <p:txBody>
          <a:bodyPr wrap="square" rtlCol="0">
            <a:spAutoFit/>
          </a:bodyPr>
          <a:lstStyle/>
          <a:p>
            <a:r>
              <a:rPr lang="en-US" sz="788" dirty="0"/>
              <a:t>Allows you to add data to the current analysis.</a:t>
            </a:r>
          </a:p>
        </p:txBody>
      </p:sp>
      <p:cxnSp>
        <p:nvCxnSpPr>
          <p:cNvPr id="49" name="Straight Arrow Connector 48">
            <a:extLst>
              <a:ext uri="{FF2B5EF4-FFF2-40B4-BE49-F238E27FC236}">
                <a16:creationId xmlns:a16="http://schemas.microsoft.com/office/drawing/2014/main" id="{D24E9BE0-6ACC-48C4-61C5-D6101ED00276}"/>
              </a:ext>
            </a:extLst>
          </p:cNvPr>
          <p:cNvCxnSpPr>
            <a:cxnSpLocks/>
            <a:endCxn id="9" idx="0"/>
          </p:cNvCxnSpPr>
          <p:nvPr/>
        </p:nvCxnSpPr>
        <p:spPr>
          <a:xfrm>
            <a:off x="4869873" y="582867"/>
            <a:ext cx="727931" cy="276414"/>
          </a:xfrm>
          <a:prstGeom prst="straightConnector1">
            <a:avLst/>
          </a:prstGeom>
          <a:ln w="15875">
            <a:solidFill>
              <a:srgbClr val="FF0000"/>
            </a:solidFill>
            <a:tailEnd type="triangle"/>
          </a:ln>
        </p:spPr>
        <p:style>
          <a:lnRef idx="2">
            <a:schemeClr val="accent1"/>
          </a:lnRef>
          <a:fillRef idx="0">
            <a:schemeClr val="accent1"/>
          </a:fillRef>
          <a:effectRef idx="1">
            <a:schemeClr val="accent1"/>
          </a:effectRef>
          <a:fontRef idx="minor">
            <a:schemeClr val="tx1"/>
          </a:fontRef>
        </p:style>
      </p:cxnSp>
      <p:sp>
        <p:nvSpPr>
          <p:cNvPr id="50" name="TextBox 49">
            <a:extLst>
              <a:ext uri="{FF2B5EF4-FFF2-40B4-BE49-F238E27FC236}">
                <a16:creationId xmlns:a16="http://schemas.microsoft.com/office/drawing/2014/main" id="{5EFF2A8F-96E5-E648-0060-18DE70B841B6}"/>
              </a:ext>
            </a:extLst>
          </p:cNvPr>
          <p:cNvSpPr txBox="1"/>
          <p:nvPr/>
        </p:nvSpPr>
        <p:spPr>
          <a:xfrm>
            <a:off x="4973948" y="2477569"/>
            <a:ext cx="1322264" cy="819840"/>
          </a:xfrm>
          <a:prstGeom prst="rect">
            <a:avLst/>
          </a:prstGeom>
          <a:noFill/>
        </p:spPr>
        <p:txBody>
          <a:bodyPr wrap="square" rtlCol="0">
            <a:spAutoFit/>
          </a:bodyPr>
          <a:lstStyle/>
          <a:p>
            <a:r>
              <a:rPr lang="en-US" sz="788" dirty="0"/>
              <a:t>Opens the </a:t>
            </a:r>
            <a:r>
              <a:rPr lang="en-US" sz="788" b="1" dirty="0"/>
              <a:t>Global Settings </a:t>
            </a:r>
            <a:r>
              <a:rPr lang="en-US" sz="788" dirty="0"/>
              <a:t>Menu. Allows link and node style settings and genetic distance cut-off values to be customized. </a:t>
            </a:r>
          </a:p>
        </p:txBody>
      </p:sp>
      <p:cxnSp>
        <p:nvCxnSpPr>
          <p:cNvPr id="51" name="Straight Arrow Connector 50">
            <a:extLst>
              <a:ext uri="{FF2B5EF4-FFF2-40B4-BE49-F238E27FC236}">
                <a16:creationId xmlns:a16="http://schemas.microsoft.com/office/drawing/2014/main" id="{C92D70D9-A663-32F6-66C7-7758A707AC84}"/>
              </a:ext>
            </a:extLst>
          </p:cNvPr>
          <p:cNvCxnSpPr>
            <a:cxnSpLocks/>
            <a:endCxn id="19" idx="0"/>
          </p:cNvCxnSpPr>
          <p:nvPr/>
        </p:nvCxnSpPr>
        <p:spPr>
          <a:xfrm>
            <a:off x="5289550" y="588197"/>
            <a:ext cx="1350968" cy="256418"/>
          </a:xfrm>
          <a:prstGeom prst="straightConnector1">
            <a:avLst/>
          </a:prstGeom>
          <a:ln w="15875">
            <a:solidFill>
              <a:srgbClr val="FF0000"/>
            </a:solidFill>
            <a:tailEnd type="triangle"/>
          </a:ln>
        </p:spPr>
        <p:style>
          <a:lnRef idx="2">
            <a:schemeClr val="accent1"/>
          </a:lnRef>
          <a:fillRef idx="0">
            <a:schemeClr val="accent1"/>
          </a:fillRef>
          <a:effectRef idx="1">
            <a:schemeClr val="accent1"/>
          </a:effectRef>
          <a:fontRef idx="minor">
            <a:schemeClr val="tx1"/>
          </a:fontRef>
        </p:style>
      </p:cxnSp>
      <p:sp>
        <p:nvSpPr>
          <p:cNvPr id="54" name="TextBox 53">
            <a:extLst>
              <a:ext uri="{FF2B5EF4-FFF2-40B4-BE49-F238E27FC236}">
                <a16:creationId xmlns:a16="http://schemas.microsoft.com/office/drawing/2014/main" id="{CF1A2841-5DF9-20FD-1094-D5AABBA8DAC6}"/>
              </a:ext>
            </a:extLst>
          </p:cNvPr>
          <p:cNvSpPr txBox="1"/>
          <p:nvPr/>
        </p:nvSpPr>
        <p:spPr>
          <a:xfrm>
            <a:off x="6953302" y="2612066"/>
            <a:ext cx="1392382" cy="577338"/>
          </a:xfrm>
          <a:prstGeom prst="rect">
            <a:avLst/>
          </a:prstGeom>
          <a:noFill/>
        </p:spPr>
        <p:txBody>
          <a:bodyPr wrap="square" rtlCol="0">
            <a:spAutoFit/>
          </a:bodyPr>
          <a:lstStyle/>
          <a:p>
            <a:r>
              <a:rPr lang="en-US" sz="788" dirty="0"/>
              <a:t>Selecting “</a:t>
            </a:r>
            <a:r>
              <a:rPr lang="en-US" sz="788" b="1" dirty="0"/>
              <a:t>View</a:t>
            </a:r>
            <a:r>
              <a:rPr lang="en-US" sz="788" dirty="0"/>
              <a:t>” displays a  list of data visualizations to add to the current project.</a:t>
            </a:r>
          </a:p>
        </p:txBody>
      </p:sp>
      <p:cxnSp>
        <p:nvCxnSpPr>
          <p:cNvPr id="55" name="Straight Arrow Connector 54">
            <a:extLst>
              <a:ext uri="{FF2B5EF4-FFF2-40B4-BE49-F238E27FC236}">
                <a16:creationId xmlns:a16="http://schemas.microsoft.com/office/drawing/2014/main" id="{9390F1DD-536B-20FB-AC88-BA4ACA46423C}"/>
              </a:ext>
            </a:extLst>
          </p:cNvPr>
          <p:cNvCxnSpPr>
            <a:cxnSpLocks/>
            <a:endCxn id="21" idx="0"/>
          </p:cNvCxnSpPr>
          <p:nvPr/>
        </p:nvCxnSpPr>
        <p:spPr>
          <a:xfrm>
            <a:off x="5740070" y="577797"/>
            <a:ext cx="1615467" cy="312064"/>
          </a:xfrm>
          <a:prstGeom prst="straightConnector1">
            <a:avLst/>
          </a:prstGeom>
          <a:ln w="15875">
            <a:solidFill>
              <a:srgbClr val="FF0000"/>
            </a:solidFill>
            <a:tailEnd type="triangle"/>
          </a:ln>
        </p:spPr>
        <p:style>
          <a:lnRef idx="2">
            <a:schemeClr val="accent1"/>
          </a:lnRef>
          <a:fillRef idx="0">
            <a:schemeClr val="accent1"/>
          </a:fillRef>
          <a:effectRef idx="1">
            <a:schemeClr val="accent1"/>
          </a:effectRef>
          <a:fontRef idx="minor">
            <a:schemeClr val="tx1"/>
          </a:fontRef>
        </p:style>
      </p:cxnSp>
      <p:sp>
        <p:nvSpPr>
          <p:cNvPr id="58" name="TextBox 57">
            <a:extLst>
              <a:ext uri="{FF2B5EF4-FFF2-40B4-BE49-F238E27FC236}">
                <a16:creationId xmlns:a16="http://schemas.microsoft.com/office/drawing/2014/main" id="{CE114979-7491-1CCD-C866-9B695F7FC66E}"/>
              </a:ext>
            </a:extLst>
          </p:cNvPr>
          <p:cNvSpPr txBox="1"/>
          <p:nvPr/>
        </p:nvSpPr>
        <p:spPr>
          <a:xfrm>
            <a:off x="7275369" y="1218490"/>
            <a:ext cx="1293668" cy="941091"/>
          </a:xfrm>
          <a:prstGeom prst="rect">
            <a:avLst/>
          </a:prstGeom>
          <a:noFill/>
        </p:spPr>
        <p:txBody>
          <a:bodyPr wrap="square" rtlCol="0">
            <a:spAutoFit/>
          </a:bodyPr>
          <a:lstStyle/>
          <a:p>
            <a:r>
              <a:rPr lang="en-US" sz="788" dirty="0"/>
              <a:t>Selecting “</a:t>
            </a:r>
            <a:r>
              <a:rPr lang="en-US" sz="788" b="1" dirty="0"/>
              <a:t>Reload</a:t>
            </a:r>
            <a:r>
              <a:rPr lang="en-US" sz="788" dirty="0"/>
              <a:t>” exits the session and goes back to the “Add File” screen.</a:t>
            </a:r>
          </a:p>
          <a:p>
            <a:r>
              <a:rPr lang="en-US" sz="788" dirty="0"/>
              <a:t>“</a:t>
            </a:r>
            <a:r>
              <a:rPr lang="en-US" sz="788" b="1" dirty="0"/>
              <a:t>Fullscreen</a:t>
            </a:r>
            <a:r>
              <a:rPr lang="en-US" sz="788" dirty="0"/>
              <a:t>” toggles to and from a full screen view.</a:t>
            </a:r>
          </a:p>
        </p:txBody>
      </p:sp>
      <p:grpSp>
        <p:nvGrpSpPr>
          <p:cNvPr id="103" name="Group 102">
            <a:extLst>
              <a:ext uri="{FF2B5EF4-FFF2-40B4-BE49-F238E27FC236}">
                <a16:creationId xmlns:a16="http://schemas.microsoft.com/office/drawing/2014/main" id="{457F5F29-9C9F-8AC3-BB42-9E7F400D1A50}"/>
              </a:ext>
            </a:extLst>
          </p:cNvPr>
          <p:cNvGrpSpPr/>
          <p:nvPr/>
        </p:nvGrpSpPr>
        <p:grpSpPr>
          <a:xfrm>
            <a:off x="3636389" y="3318652"/>
            <a:ext cx="4847540" cy="1508891"/>
            <a:chOff x="149518" y="4424870"/>
            <a:chExt cx="6463387" cy="2011854"/>
          </a:xfrm>
        </p:grpSpPr>
        <p:pic>
          <p:nvPicPr>
            <p:cNvPr id="59" name="Picture 58">
              <a:extLst>
                <a:ext uri="{FF2B5EF4-FFF2-40B4-BE49-F238E27FC236}">
                  <a16:creationId xmlns:a16="http://schemas.microsoft.com/office/drawing/2014/main" id="{E3204A79-B62D-3896-D85A-1CF5E5DAECBE}"/>
                </a:ext>
              </a:extLst>
            </p:cNvPr>
            <p:cNvPicPr>
              <a:picLocks noChangeAspect="1"/>
            </p:cNvPicPr>
            <p:nvPr/>
          </p:nvPicPr>
          <p:blipFill>
            <a:blip r:embed="rId8"/>
            <a:stretch>
              <a:fillRect/>
            </a:stretch>
          </p:blipFill>
          <p:spPr>
            <a:xfrm>
              <a:off x="149518" y="4424870"/>
              <a:ext cx="6456224" cy="2011854"/>
            </a:xfrm>
            <a:prstGeom prst="rect">
              <a:avLst/>
            </a:prstGeom>
          </p:spPr>
        </p:pic>
        <p:grpSp>
          <p:nvGrpSpPr>
            <p:cNvPr id="71" name="Group 70">
              <a:extLst>
                <a:ext uri="{FF2B5EF4-FFF2-40B4-BE49-F238E27FC236}">
                  <a16:creationId xmlns:a16="http://schemas.microsoft.com/office/drawing/2014/main" id="{2BB2D3C7-4B74-53F5-70A1-3426DC31A0DB}"/>
                </a:ext>
              </a:extLst>
            </p:cNvPr>
            <p:cNvGrpSpPr/>
            <p:nvPr/>
          </p:nvGrpSpPr>
          <p:grpSpPr>
            <a:xfrm>
              <a:off x="1276187" y="5416708"/>
              <a:ext cx="5322394" cy="430887"/>
              <a:chOff x="1276187" y="5527540"/>
              <a:chExt cx="5322394" cy="430887"/>
            </a:xfrm>
          </p:grpSpPr>
          <p:sp>
            <p:nvSpPr>
              <p:cNvPr id="61" name="TextBox 60">
                <a:extLst>
                  <a:ext uri="{FF2B5EF4-FFF2-40B4-BE49-F238E27FC236}">
                    <a16:creationId xmlns:a16="http://schemas.microsoft.com/office/drawing/2014/main" id="{C52CCBE8-1B48-7ACC-BE4E-C1ABA868947E}"/>
                  </a:ext>
                </a:extLst>
              </p:cNvPr>
              <p:cNvSpPr txBox="1"/>
              <p:nvPr/>
            </p:nvSpPr>
            <p:spPr>
              <a:xfrm>
                <a:off x="1745406" y="5527540"/>
                <a:ext cx="4853175" cy="430887"/>
              </a:xfrm>
              <a:prstGeom prst="rect">
                <a:avLst/>
              </a:prstGeom>
              <a:noFill/>
              <a:ln>
                <a:solidFill>
                  <a:schemeClr val="tx1"/>
                </a:solidFill>
              </a:ln>
            </p:spPr>
            <p:txBody>
              <a:bodyPr wrap="square" rtlCol="0">
                <a:spAutoFit/>
              </a:bodyPr>
              <a:lstStyle/>
              <a:p>
                <a:r>
                  <a:rPr lang="en-US" sz="750" b="1" dirty="0"/>
                  <a:t>Center and Scale</a:t>
                </a:r>
                <a:r>
                  <a:rPr lang="en-US" sz="750" dirty="0"/>
                  <a:t>: You can zoom in and out on the network using the mouse roller. This button re-scales and centers it back to the original size on the screen.</a:t>
                </a:r>
              </a:p>
            </p:txBody>
          </p:sp>
          <p:pic>
            <p:nvPicPr>
              <p:cNvPr id="64" name="Picture 63">
                <a:extLst>
                  <a:ext uri="{FF2B5EF4-FFF2-40B4-BE49-F238E27FC236}">
                    <a16:creationId xmlns:a16="http://schemas.microsoft.com/office/drawing/2014/main" id="{93271B1D-C6C1-476B-05B5-D81375DCE119}"/>
                  </a:ext>
                </a:extLst>
              </p:cNvPr>
              <p:cNvPicPr>
                <a:picLocks noChangeAspect="1"/>
              </p:cNvPicPr>
              <p:nvPr/>
            </p:nvPicPr>
            <p:blipFill>
              <a:blip r:embed="rId9"/>
              <a:srcRect l="-8059" t="11283" b="9382"/>
              <a:stretch>
                <a:fillRect/>
              </a:stretch>
            </p:blipFill>
            <p:spPr>
              <a:xfrm>
                <a:off x="1276187" y="5534190"/>
                <a:ext cx="450977" cy="352461"/>
              </a:xfrm>
              <a:prstGeom prst="rect">
                <a:avLst/>
              </a:prstGeom>
            </p:spPr>
          </p:pic>
        </p:grpSp>
        <p:grpSp>
          <p:nvGrpSpPr>
            <p:cNvPr id="73" name="Group 72">
              <a:extLst>
                <a:ext uri="{FF2B5EF4-FFF2-40B4-BE49-F238E27FC236}">
                  <a16:creationId xmlns:a16="http://schemas.microsoft.com/office/drawing/2014/main" id="{B5FF05FA-479D-63FA-A15E-169D9B4634BA}"/>
                </a:ext>
              </a:extLst>
            </p:cNvPr>
            <p:cNvGrpSpPr/>
            <p:nvPr/>
          </p:nvGrpSpPr>
          <p:grpSpPr>
            <a:xfrm>
              <a:off x="1334897" y="5846605"/>
              <a:ext cx="5278008" cy="430886"/>
              <a:chOff x="1334897" y="5922802"/>
              <a:chExt cx="5278008" cy="430886"/>
            </a:xfrm>
          </p:grpSpPr>
          <p:sp>
            <p:nvSpPr>
              <p:cNvPr id="60" name="TextBox 59">
                <a:extLst>
                  <a:ext uri="{FF2B5EF4-FFF2-40B4-BE49-F238E27FC236}">
                    <a16:creationId xmlns:a16="http://schemas.microsoft.com/office/drawing/2014/main" id="{5149F6A3-A52B-8AD9-DC4B-9348849F7A64}"/>
                  </a:ext>
                </a:extLst>
              </p:cNvPr>
              <p:cNvSpPr txBox="1"/>
              <p:nvPr/>
            </p:nvSpPr>
            <p:spPr>
              <a:xfrm>
                <a:off x="1745405" y="5922802"/>
                <a:ext cx="4867500" cy="430886"/>
              </a:xfrm>
              <a:prstGeom prst="rect">
                <a:avLst/>
              </a:prstGeom>
              <a:noFill/>
              <a:ln>
                <a:solidFill>
                  <a:schemeClr val="tx1"/>
                </a:solidFill>
              </a:ln>
            </p:spPr>
            <p:txBody>
              <a:bodyPr wrap="square" rtlCol="0">
                <a:spAutoFit/>
              </a:bodyPr>
              <a:lstStyle/>
              <a:p>
                <a:r>
                  <a:rPr lang="en-US" sz="750" dirty="0"/>
                  <a:t>Selecting the </a:t>
                </a:r>
                <a:r>
                  <a:rPr lang="en-US" sz="750" b="1" dirty="0"/>
                  <a:t>Toggle Settings </a:t>
                </a:r>
                <a:r>
                  <a:rPr lang="en-US" sz="750" dirty="0"/>
                  <a:t>button once displays the settings menu for the active view, selecting it again hides the menu. </a:t>
                </a:r>
              </a:p>
            </p:txBody>
          </p:sp>
          <p:pic>
            <p:nvPicPr>
              <p:cNvPr id="66" name="Picture 65">
                <a:extLst>
                  <a:ext uri="{FF2B5EF4-FFF2-40B4-BE49-F238E27FC236}">
                    <a16:creationId xmlns:a16="http://schemas.microsoft.com/office/drawing/2014/main" id="{69F48E3C-BEED-110E-0D8F-05E5BB839886}"/>
                  </a:ext>
                </a:extLst>
              </p:cNvPr>
              <p:cNvPicPr>
                <a:picLocks noChangeAspect="1"/>
              </p:cNvPicPr>
              <p:nvPr/>
            </p:nvPicPr>
            <p:blipFill>
              <a:blip r:embed="rId10"/>
              <a:stretch>
                <a:fillRect/>
              </a:stretch>
            </p:blipFill>
            <p:spPr>
              <a:xfrm>
                <a:off x="1334897" y="5945048"/>
                <a:ext cx="381020" cy="355619"/>
              </a:xfrm>
              <a:prstGeom prst="rect">
                <a:avLst/>
              </a:prstGeom>
            </p:spPr>
          </p:pic>
        </p:grpSp>
        <p:grpSp>
          <p:nvGrpSpPr>
            <p:cNvPr id="72" name="Group 71">
              <a:extLst>
                <a:ext uri="{FF2B5EF4-FFF2-40B4-BE49-F238E27FC236}">
                  <a16:creationId xmlns:a16="http://schemas.microsoft.com/office/drawing/2014/main" id="{B08B42D8-F04F-8329-A5B1-6CE8E1D887A3}"/>
                </a:ext>
              </a:extLst>
            </p:cNvPr>
            <p:cNvGrpSpPr/>
            <p:nvPr/>
          </p:nvGrpSpPr>
          <p:grpSpPr>
            <a:xfrm>
              <a:off x="1365683" y="5054092"/>
              <a:ext cx="5240026" cy="356616"/>
              <a:chOff x="1365683" y="5116435"/>
              <a:chExt cx="5240026" cy="356616"/>
            </a:xfrm>
          </p:grpSpPr>
          <p:sp>
            <p:nvSpPr>
              <p:cNvPr id="62" name="TextBox 61">
                <a:extLst>
                  <a:ext uri="{FF2B5EF4-FFF2-40B4-BE49-F238E27FC236}">
                    <a16:creationId xmlns:a16="http://schemas.microsoft.com/office/drawing/2014/main" id="{D70D377A-8B8B-3D70-EBEA-03DABBD1289D}"/>
                  </a:ext>
                </a:extLst>
              </p:cNvPr>
              <p:cNvSpPr txBox="1"/>
              <p:nvPr/>
            </p:nvSpPr>
            <p:spPr>
              <a:xfrm>
                <a:off x="1759259" y="5171634"/>
                <a:ext cx="4846450" cy="276999"/>
              </a:xfrm>
              <a:prstGeom prst="rect">
                <a:avLst/>
              </a:prstGeom>
              <a:noFill/>
              <a:ln>
                <a:solidFill>
                  <a:schemeClr val="tx1"/>
                </a:solidFill>
              </a:ln>
            </p:spPr>
            <p:txBody>
              <a:bodyPr wrap="square" rtlCol="0">
                <a:spAutoFit/>
              </a:bodyPr>
              <a:lstStyle/>
              <a:p>
                <a:r>
                  <a:rPr lang="en-US" sz="750" b="1" dirty="0"/>
                  <a:t>Pin all Nodes</a:t>
                </a:r>
                <a:r>
                  <a:rPr lang="en-US" sz="750" dirty="0"/>
                  <a:t>: This button will “freeze” the network. </a:t>
                </a:r>
              </a:p>
            </p:txBody>
          </p:sp>
          <p:pic>
            <p:nvPicPr>
              <p:cNvPr id="68" name="Picture 67">
                <a:extLst>
                  <a:ext uri="{FF2B5EF4-FFF2-40B4-BE49-F238E27FC236}">
                    <a16:creationId xmlns:a16="http://schemas.microsoft.com/office/drawing/2014/main" id="{42100374-E4FE-8CC1-3534-A4CFED6E264A}"/>
                  </a:ext>
                </a:extLst>
              </p:cNvPr>
              <p:cNvPicPr>
                <a:picLocks noChangeAspect="1"/>
              </p:cNvPicPr>
              <p:nvPr/>
            </p:nvPicPr>
            <p:blipFill>
              <a:blip r:embed="rId11"/>
              <a:stretch>
                <a:fillRect/>
              </a:stretch>
            </p:blipFill>
            <p:spPr>
              <a:xfrm>
                <a:off x="1365683" y="5116435"/>
                <a:ext cx="356616" cy="356616"/>
              </a:xfrm>
              <a:prstGeom prst="rect">
                <a:avLst/>
              </a:prstGeom>
            </p:spPr>
          </p:pic>
        </p:grpSp>
        <p:cxnSp>
          <p:nvCxnSpPr>
            <p:cNvPr id="75" name="Connector: Elbow 74">
              <a:extLst>
                <a:ext uri="{FF2B5EF4-FFF2-40B4-BE49-F238E27FC236}">
                  <a16:creationId xmlns:a16="http://schemas.microsoft.com/office/drawing/2014/main" id="{D7166345-FB37-7CBE-0848-B2BCC2631E4C}"/>
                </a:ext>
              </a:extLst>
            </p:cNvPr>
            <p:cNvCxnSpPr>
              <a:cxnSpLocks/>
            </p:cNvCxnSpPr>
            <p:nvPr/>
          </p:nvCxnSpPr>
          <p:spPr>
            <a:xfrm>
              <a:off x="955149" y="5212986"/>
              <a:ext cx="410534" cy="120830"/>
            </a:xfrm>
            <a:prstGeom prst="bentConnector3">
              <a:avLst>
                <a:gd name="adj1" fmla="val 1165"/>
              </a:avLst>
            </a:prstGeom>
            <a:ln w="15875">
              <a:solidFill>
                <a:srgbClr val="FF0000"/>
              </a:solidFill>
              <a:tailEnd type="triangle"/>
            </a:ln>
          </p:spPr>
          <p:style>
            <a:lnRef idx="2">
              <a:schemeClr val="accent1"/>
            </a:lnRef>
            <a:fillRef idx="0">
              <a:schemeClr val="accent1"/>
            </a:fillRef>
            <a:effectRef idx="1">
              <a:schemeClr val="accent1"/>
            </a:effectRef>
            <a:fontRef idx="minor">
              <a:schemeClr val="tx1"/>
            </a:fontRef>
          </p:style>
        </p:cxnSp>
        <p:cxnSp>
          <p:nvCxnSpPr>
            <p:cNvPr id="88" name="Connector: Elbow 87">
              <a:extLst>
                <a:ext uri="{FF2B5EF4-FFF2-40B4-BE49-F238E27FC236}">
                  <a16:creationId xmlns:a16="http://schemas.microsoft.com/office/drawing/2014/main" id="{364A9224-098A-B3D2-2625-39CEAA636C46}"/>
                </a:ext>
              </a:extLst>
            </p:cNvPr>
            <p:cNvCxnSpPr>
              <a:cxnSpLocks/>
            </p:cNvCxnSpPr>
            <p:nvPr/>
          </p:nvCxnSpPr>
          <p:spPr>
            <a:xfrm>
              <a:off x="745359" y="5212986"/>
              <a:ext cx="620324" cy="406751"/>
            </a:xfrm>
            <a:prstGeom prst="bentConnector3">
              <a:avLst>
                <a:gd name="adj1" fmla="val 962"/>
              </a:avLst>
            </a:prstGeom>
            <a:ln w="15875">
              <a:solidFill>
                <a:srgbClr val="FF0000"/>
              </a:solidFill>
              <a:tailEnd type="triangle"/>
            </a:ln>
          </p:spPr>
          <p:style>
            <a:lnRef idx="2">
              <a:schemeClr val="accent1"/>
            </a:lnRef>
            <a:fillRef idx="0">
              <a:schemeClr val="accent1"/>
            </a:fillRef>
            <a:effectRef idx="1">
              <a:schemeClr val="accent1"/>
            </a:effectRef>
            <a:fontRef idx="minor">
              <a:schemeClr val="tx1"/>
            </a:fontRef>
          </p:style>
        </p:cxnSp>
        <p:cxnSp>
          <p:nvCxnSpPr>
            <p:cNvPr id="91" name="Connector: Elbow 90">
              <a:extLst>
                <a:ext uri="{FF2B5EF4-FFF2-40B4-BE49-F238E27FC236}">
                  <a16:creationId xmlns:a16="http://schemas.microsoft.com/office/drawing/2014/main" id="{EBF46C53-0B00-9D95-65C9-FFBEB89424C5}"/>
                </a:ext>
              </a:extLst>
            </p:cNvPr>
            <p:cNvCxnSpPr>
              <a:cxnSpLocks/>
              <a:endCxn id="66" idx="1"/>
            </p:cNvCxnSpPr>
            <p:nvPr/>
          </p:nvCxnSpPr>
          <p:spPr>
            <a:xfrm>
              <a:off x="325989" y="5212986"/>
              <a:ext cx="1008908" cy="833675"/>
            </a:xfrm>
            <a:prstGeom prst="bentConnector3">
              <a:avLst>
                <a:gd name="adj1" fmla="val 241"/>
              </a:avLst>
            </a:prstGeom>
            <a:ln w="15875">
              <a:solidFill>
                <a:srgbClr val="FF0000"/>
              </a:solidFill>
              <a:tailEnd type="triangle"/>
            </a:ln>
          </p:spPr>
          <p:style>
            <a:lnRef idx="2">
              <a:schemeClr val="accent1"/>
            </a:lnRef>
            <a:fillRef idx="0">
              <a:schemeClr val="accent1"/>
            </a:fillRef>
            <a:effectRef idx="1">
              <a:schemeClr val="accent1"/>
            </a:effectRef>
            <a:fontRef idx="minor">
              <a:schemeClr val="tx1"/>
            </a:fontRef>
          </p:style>
        </p:cxnSp>
      </p:grpSp>
      <p:cxnSp>
        <p:nvCxnSpPr>
          <p:cNvPr id="105" name="Straight Connector 104">
            <a:extLst>
              <a:ext uri="{FF2B5EF4-FFF2-40B4-BE49-F238E27FC236}">
                <a16:creationId xmlns:a16="http://schemas.microsoft.com/office/drawing/2014/main" id="{ECA89E6A-FD4A-EAE4-492D-977919C9318B}"/>
              </a:ext>
            </a:extLst>
          </p:cNvPr>
          <p:cNvCxnSpPr/>
          <p:nvPr/>
        </p:nvCxnSpPr>
        <p:spPr>
          <a:xfrm>
            <a:off x="3585602" y="3215640"/>
            <a:ext cx="5004146" cy="0"/>
          </a:xfrm>
          <a:prstGeom prst="line">
            <a:avLst/>
          </a:prstGeom>
        </p:spPr>
        <p:style>
          <a:lnRef idx="2">
            <a:schemeClr val="accent1"/>
          </a:lnRef>
          <a:fillRef idx="0">
            <a:schemeClr val="accent1"/>
          </a:fillRef>
          <a:effectRef idx="1">
            <a:schemeClr val="accent1"/>
          </a:effectRef>
          <a:fontRef idx="minor">
            <a:schemeClr val="tx1"/>
          </a:fontRef>
        </p:style>
      </p:cxnSp>
      <p:sp>
        <p:nvSpPr>
          <p:cNvPr id="116" name="TextBox 115">
            <a:extLst>
              <a:ext uri="{FF2B5EF4-FFF2-40B4-BE49-F238E27FC236}">
                <a16:creationId xmlns:a16="http://schemas.microsoft.com/office/drawing/2014/main" id="{B69F3D55-6E4B-B052-4057-2477F6152198}"/>
              </a:ext>
            </a:extLst>
          </p:cNvPr>
          <p:cNvSpPr txBox="1"/>
          <p:nvPr/>
        </p:nvSpPr>
        <p:spPr>
          <a:xfrm>
            <a:off x="5313559" y="18363"/>
            <a:ext cx="2712015" cy="369332"/>
          </a:xfrm>
          <a:prstGeom prst="rect">
            <a:avLst/>
          </a:prstGeom>
          <a:noFill/>
        </p:spPr>
        <p:txBody>
          <a:bodyPr wrap="square" rtlCol="0">
            <a:spAutoFit/>
          </a:bodyPr>
          <a:lstStyle/>
          <a:p>
            <a:r>
              <a:rPr lang="en-US" b="1" dirty="0">
                <a:solidFill>
                  <a:schemeClr val="tx2">
                    <a:lumMod val="90000"/>
                    <a:lumOff val="10000"/>
                  </a:schemeClr>
                </a:solidFill>
              </a:rPr>
              <a:t>Navigation Guide</a:t>
            </a:r>
          </a:p>
        </p:txBody>
      </p:sp>
      <p:pic>
        <p:nvPicPr>
          <p:cNvPr id="118" name="Picture 117">
            <a:extLst>
              <a:ext uri="{FF2B5EF4-FFF2-40B4-BE49-F238E27FC236}">
                <a16:creationId xmlns:a16="http://schemas.microsoft.com/office/drawing/2014/main" id="{AE755EFF-44ED-1273-D49B-CB9D0BA096A9}"/>
              </a:ext>
            </a:extLst>
          </p:cNvPr>
          <p:cNvPicPr>
            <a:picLocks noChangeAspect="1"/>
          </p:cNvPicPr>
          <p:nvPr/>
        </p:nvPicPr>
        <p:blipFill>
          <a:blip r:embed="rId12"/>
          <a:stretch>
            <a:fillRect/>
          </a:stretch>
        </p:blipFill>
        <p:spPr>
          <a:xfrm>
            <a:off x="3628164" y="74538"/>
            <a:ext cx="1513362" cy="271429"/>
          </a:xfrm>
          <a:prstGeom prst="rect">
            <a:avLst/>
          </a:prstGeom>
        </p:spPr>
      </p:pic>
      <p:grpSp>
        <p:nvGrpSpPr>
          <p:cNvPr id="128" name="Group 127">
            <a:extLst>
              <a:ext uri="{FF2B5EF4-FFF2-40B4-BE49-F238E27FC236}">
                <a16:creationId xmlns:a16="http://schemas.microsoft.com/office/drawing/2014/main" id="{DB902BC7-AAA5-81AB-824C-A77495689092}"/>
              </a:ext>
            </a:extLst>
          </p:cNvPr>
          <p:cNvGrpSpPr/>
          <p:nvPr/>
        </p:nvGrpSpPr>
        <p:grpSpPr>
          <a:xfrm>
            <a:off x="3585712" y="4816190"/>
            <a:ext cx="1284161" cy="1681493"/>
            <a:chOff x="81950" y="6421586"/>
            <a:chExt cx="1712214" cy="2241991"/>
          </a:xfrm>
        </p:grpSpPr>
        <p:pic>
          <p:nvPicPr>
            <p:cNvPr id="23" name="Picture 22">
              <a:extLst>
                <a:ext uri="{FF2B5EF4-FFF2-40B4-BE49-F238E27FC236}">
                  <a16:creationId xmlns:a16="http://schemas.microsoft.com/office/drawing/2014/main" id="{C35CAC34-C61B-42C2-271E-E210733DC3AD}"/>
                </a:ext>
              </a:extLst>
            </p:cNvPr>
            <p:cNvPicPr>
              <a:picLocks noChangeAspect="1"/>
            </p:cNvPicPr>
            <p:nvPr/>
          </p:nvPicPr>
          <p:blipFill>
            <a:blip r:embed="rId13"/>
            <a:stretch>
              <a:fillRect/>
            </a:stretch>
          </p:blipFill>
          <p:spPr>
            <a:xfrm>
              <a:off x="196593" y="6834777"/>
              <a:ext cx="1597571" cy="1828800"/>
            </a:xfrm>
            <a:prstGeom prst="rect">
              <a:avLst/>
            </a:prstGeom>
          </p:spPr>
        </p:pic>
        <p:grpSp>
          <p:nvGrpSpPr>
            <p:cNvPr id="127" name="Group 126">
              <a:extLst>
                <a:ext uri="{FF2B5EF4-FFF2-40B4-BE49-F238E27FC236}">
                  <a16:creationId xmlns:a16="http://schemas.microsoft.com/office/drawing/2014/main" id="{7207AEE7-C31A-C56F-684A-BDDF19CB0DE4}"/>
                </a:ext>
              </a:extLst>
            </p:cNvPr>
            <p:cNvGrpSpPr/>
            <p:nvPr/>
          </p:nvGrpSpPr>
          <p:grpSpPr>
            <a:xfrm>
              <a:off x="81950" y="6421586"/>
              <a:ext cx="1415844" cy="457200"/>
              <a:chOff x="81950" y="6421586"/>
              <a:chExt cx="1415844" cy="457200"/>
            </a:xfrm>
          </p:grpSpPr>
          <p:pic>
            <p:nvPicPr>
              <p:cNvPr id="109" name="Picture 108">
                <a:extLst>
                  <a:ext uri="{FF2B5EF4-FFF2-40B4-BE49-F238E27FC236}">
                    <a16:creationId xmlns:a16="http://schemas.microsoft.com/office/drawing/2014/main" id="{A3DE448B-5DFB-3463-0A1A-51D29FC9F463}"/>
                  </a:ext>
                </a:extLst>
              </p:cNvPr>
              <p:cNvPicPr>
                <a:picLocks noChangeAspect="1"/>
              </p:cNvPicPr>
              <p:nvPr/>
            </p:nvPicPr>
            <p:blipFill>
              <a:blip r:embed="rId14"/>
              <a:stretch>
                <a:fillRect/>
              </a:stretch>
            </p:blipFill>
            <p:spPr>
              <a:xfrm>
                <a:off x="81950" y="6421586"/>
                <a:ext cx="1415844" cy="457200"/>
              </a:xfrm>
              <a:prstGeom prst="rect">
                <a:avLst/>
              </a:prstGeom>
              <a:ln>
                <a:solidFill>
                  <a:schemeClr val="bg1">
                    <a:lumMod val="50000"/>
                  </a:schemeClr>
                </a:solidFill>
              </a:ln>
            </p:spPr>
          </p:pic>
          <p:sp>
            <p:nvSpPr>
              <p:cNvPr id="119" name="Rectangle 118">
                <a:extLst>
                  <a:ext uri="{FF2B5EF4-FFF2-40B4-BE49-F238E27FC236}">
                    <a16:creationId xmlns:a16="http://schemas.microsoft.com/office/drawing/2014/main" id="{C011B5CE-5D22-AD19-2DF8-75E1F5AFED40}"/>
                  </a:ext>
                </a:extLst>
              </p:cNvPr>
              <p:cNvSpPr/>
              <p:nvPr/>
            </p:nvSpPr>
            <p:spPr>
              <a:xfrm>
                <a:off x="168955" y="6689235"/>
                <a:ext cx="169308" cy="157816"/>
              </a:xfrm>
              <a:prstGeom prst="rect">
                <a:avLst/>
              </a:prstGeom>
              <a:solidFill>
                <a:srgbClr val="0070C0">
                  <a:alpha val="51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350" dirty="0"/>
              </a:p>
            </p:txBody>
          </p:sp>
        </p:grpSp>
      </p:grpSp>
      <p:grpSp>
        <p:nvGrpSpPr>
          <p:cNvPr id="130" name="Group 129">
            <a:extLst>
              <a:ext uri="{FF2B5EF4-FFF2-40B4-BE49-F238E27FC236}">
                <a16:creationId xmlns:a16="http://schemas.microsoft.com/office/drawing/2014/main" id="{5B632ABB-732A-2A7F-6170-992EBAF7AE16}"/>
              </a:ext>
            </a:extLst>
          </p:cNvPr>
          <p:cNvGrpSpPr/>
          <p:nvPr/>
        </p:nvGrpSpPr>
        <p:grpSpPr>
          <a:xfrm>
            <a:off x="6780663" y="4829349"/>
            <a:ext cx="1650343" cy="1496032"/>
            <a:chOff x="4341884" y="6439132"/>
            <a:chExt cx="2200457" cy="1994709"/>
          </a:xfrm>
        </p:grpSpPr>
        <p:pic>
          <p:nvPicPr>
            <p:cNvPr id="27" name="Picture 26">
              <a:extLst>
                <a:ext uri="{FF2B5EF4-FFF2-40B4-BE49-F238E27FC236}">
                  <a16:creationId xmlns:a16="http://schemas.microsoft.com/office/drawing/2014/main" id="{88DCCE56-B3C4-E065-AB75-2152E92915BB}"/>
                </a:ext>
              </a:extLst>
            </p:cNvPr>
            <p:cNvPicPr>
              <a:picLocks noChangeAspect="1"/>
            </p:cNvPicPr>
            <p:nvPr/>
          </p:nvPicPr>
          <p:blipFill>
            <a:blip r:embed="rId15"/>
            <a:stretch>
              <a:fillRect/>
            </a:stretch>
          </p:blipFill>
          <p:spPr>
            <a:xfrm>
              <a:off x="4714590" y="6840417"/>
              <a:ext cx="1827751" cy="1593424"/>
            </a:xfrm>
            <a:prstGeom prst="rect">
              <a:avLst/>
            </a:prstGeom>
          </p:spPr>
        </p:pic>
        <p:grpSp>
          <p:nvGrpSpPr>
            <p:cNvPr id="125" name="Group 124">
              <a:extLst>
                <a:ext uri="{FF2B5EF4-FFF2-40B4-BE49-F238E27FC236}">
                  <a16:creationId xmlns:a16="http://schemas.microsoft.com/office/drawing/2014/main" id="{C763610A-94A6-8852-FA19-FA49BB122EEF}"/>
                </a:ext>
              </a:extLst>
            </p:cNvPr>
            <p:cNvGrpSpPr/>
            <p:nvPr/>
          </p:nvGrpSpPr>
          <p:grpSpPr>
            <a:xfrm>
              <a:off x="4341884" y="6439132"/>
              <a:ext cx="1498023" cy="457200"/>
              <a:chOff x="4341884" y="6439132"/>
              <a:chExt cx="1498023" cy="457200"/>
            </a:xfrm>
          </p:grpSpPr>
          <p:pic>
            <p:nvPicPr>
              <p:cNvPr id="115" name="Picture 114">
                <a:extLst>
                  <a:ext uri="{FF2B5EF4-FFF2-40B4-BE49-F238E27FC236}">
                    <a16:creationId xmlns:a16="http://schemas.microsoft.com/office/drawing/2014/main" id="{C8307A85-392C-3AFE-C37F-51361C6126C6}"/>
                  </a:ext>
                </a:extLst>
              </p:cNvPr>
              <p:cNvPicPr>
                <a:picLocks noChangeAspect="1"/>
              </p:cNvPicPr>
              <p:nvPr/>
            </p:nvPicPr>
            <p:blipFill>
              <a:blip r:embed="rId16"/>
              <a:stretch>
                <a:fillRect/>
              </a:stretch>
            </p:blipFill>
            <p:spPr>
              <a:xfrm>
                <a:off x="4341884" y="6439132"/>
                <a:ext cx="1498023" cy="457200"/>
              </a:xfrm>
              <a:prstGeom prst="rect">
                <a:avLst/>
              </a:prstGeom>
              <a:ln>
                <a:solidFill>
                  <a:schemeClr val="bg1">
                    <a:lumMod val="50000"/>
                  </a:schemeClr>
                </a:solidFill>
              </a:ln>
            </p:spPr>
          </p:pic>
          <p:sp>
            <p:nvSpPr>
              <p:cNvPr id="123" name="Rectangle 122">
                <a:extLst>
                  <a:ext uri="{FF2B5EF4-FFF2-40B4-BE49-F238E27FC236}">
                    <a16:creationId xmlns:a16="http://schemas.microsoft.com/office/drawing/2014/main" id="{C1865AB1-091E-D751-2003-B936FFAB838B}"/>
                  </a:ext>
                </a:extLst>
              </p:cNvPr>
              <p:cNvSpPr/>
              <p:nvPr/>
            </p:nvSpPr>
            <p:spPr>
              <a:xfrm>
                <a:off x="4450907" y="6729602"/>
                <a:ext cx="169308" cy="157816"/>
              </a:xfrm>
              <a:prstGeom prst="rect">
                <a:avLst/>
              </a:prstGeom>
              <a:solidFill>
                <a:srgbClr val="0070C0">
                  <a:alpha val="51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350" dirty="0"/>
              </a:p>
            </p:txBody>
          </p:sp>
        </p:grpSp>
      </p:grpSp>
      <p:grpSp>
        <p:nvGrpSpPr>
          <p:cNvPr id="135" name="Group 134">
            <a:extLst>
              <a:ext uri="{FF2B5EF4-FFF2-40B4-BE49-F238E27FC236}">
                <a16:creationId xmlns:a16="http://schemas.microsoft.com/office/drawing/2014/main" id="{7E5E9A5A-49DB-F833-207A-F112CE82427B}"/>
              </a:ext>
            </a:extLst>
          </p:cNvPr>
          <p:cNvGrpSpPr/>
          <p:nvPr/>
        </p:nvGrpSpPr>
        <p:grpSpPr>
          <a:xfrm>
            <a:off x="4995330" y="4821867"/>
            <a:ext cx="1957972" cy="1647470"/>
            <a:chOff x="1961440" y="6429155"/>
            <a:chExt cx="2610629" cy="2196627"/>
          </a:xfrm>
        </p:grpSpPr>
        <p:grpSp>
          <p:nvGrpSpPr>
            <p:cNvPr id="129" name="Group 128">
              <a:extLst>
                <a:ext uri="{FF2B5EF4-FFF2-40B4-BE49-F238E27FC236}">
                  <a16:creationId xmlns:a16="http://schemas.microsoft.com/office/drawing/2014/main" id="{B6F64F82-FFFC-D52A-4E14-C3D3886F8A2F}"/>
                </a:ext>
              </a:extLst>
            </p:cNvPr>
            <p:cNvGrpSpPr/>
            <p:nvPr/>
          </p:nvGrpSpPr>
          <p:grpSpPr>
            <a:xfrm>
              <a:off x="1961440" y="6429155"/>
              <a:ext cx="2610629" cy="2196627"/>
              <a:chOff x="1961440" y="6429155"/>
              <a:chExt cx="2610629" cy="2196627"/>
            </a:xfrm>
          </p:grpSpPr>
          <p:pic>
            <p:nvPicPr>
              <p:cNvPr id="25" name="Picture 24">
                <a:extLst>
                  <a:ext uri="{FF2B5EF4-FFF2-40B4-BE49-F238E27FC236}">
                    <a16:creationId xmlns:a16="http://schemas.microsoft.com/office/drawing/2014/main" id="{E7667777-95F0-E239-344F-DD6B5B1490FB}"/>
                  </a:ext>
                </a:extLst>
              </p:cNvPr>
              <p:cNvPicPr>
                <a:picLocks noChangeAspect="1"/>
              </p:cNvPicPr>
              <p:nvPr/>
            </p:nvPicPr>
            <p:blipFill>
              <a:blip r:embed="rId17"/>
              <a:stretch>
                <a:fillRect/>
              </a:stretch>
            </p:blipFill>
            <p:spPr>
              <a:xfrm>
                <a:off x="2133849" y="6834777"/>
                <a:ext cx="1508838" cy="1331029"/>
              </a:xfrm>
              <a:prstGeom prst="rect">
                <a:avLst/>
              </a:prstGeom>
            </p:spPr>
          </p:pic>
          <p:pic>
            <p:nvPicPr>
              <p:cNvPr id="113" name="Picture 112">
                <a:extLst>
                  <a:ext uri="{FF2B5EF4-FFF2-40B4-BE49-F238E27FC236}">
                    <a16:creationId xmlns:a16="http://schemas.microsoft.com/office/drawing/2014/main" id="{10FFD939-EE4D-42F8-00AF-7FB7A057E127}"/>
                  </a:ext>
                </a:extLst>
              </p:cNvPr>
              <p:cNvPicPr>
                <a:picLocks noChangeAspect="1"/>
              </p:cNvPicPr>
              <p:nvPr/>
            </p:nvPicPr>
            <p:blipFill>
              <a:blip r:embed="rId18"/>
              <a:stretch>
                <a:fillRect/>
              </a:stretch>
            </p:blipFill>
            <p:spPr>
              <a:xfrm>
                <a:off x="2876849" y="7958553"/>
                <a:ext cx="1695220" cy="667229"/>
              </a:xfrm>
              <a:prstGeom prst="rect">
                <a:avLst/>
              </a:prstGeom>
              <a:ln>
                <a:solidFill>
                  <a:schemeClr val="bg1">
                    <a:lumMod val="50000"/>
                  </a:schemeClr>
                </a:solidFill>
              </a:ln>
            </p:spPr>
          </p:pic>
          <p:grpSp>
            <p:nvGrpSpPr>
              <p:cNvPr id="126" name="Group 125">
                <a:extLst>
                  <a:ext uri="{FF2B5EF4-FFF2-40B4-BE49-F238E27FC236}">
                    <a16:creationId xmlns:a16="http://schemas.microsoft.com/office/drawing/2014/main" id="{3DA0ED1E-DDB1-3D5E-A35B-C70E1CA51B42}"/>
                  </a:ext>
                </a:extLst>
              </p:cNvPr>
              <p:cNvGrpSpPr/>
              <p:nvPr/>
            </p:nvGrpSpPr>
            <p:grpSpPr>
              <a:xfrm>
                <a:off x="1961440" y="6429155"/>
                <a:ext cx="1421683" cy="457200"/>
                <a:chOff x="1961440" y="6429155"/>
                <a:chExt cx="1421683" cy="457200"/>
              </a:xfrm>
            </p:grpSpPr>
            <p:pic>
              <p:nvPicPr>
                <p:cNvPr id="111" name="Picture 110">
                  <a:extLst>
                    <a:ext uri="{FF2B5EF4-FFF2-40B4-BE49-F238E27FC236}">
                      <a16:creationId xmlns:a16="http://schemas.microsoft.com/office/drawing/2014/main" id="{B449E9F5-0A69-24AB-2FB8-40BACC0CBC04}"/>
                    </a:ext>
                  </a:extLst>
                </p:cNvPr>
                <p:cNvPicPr>
                  <a:picLocks noChangeAspect="1"/>
                </p:cNvPicPr>
                <p:nvPr/>
              </p:nvPicPr>
              <p:blipFill>
                <a:blip r:embed="rId19"/>
                <a:stretch>
                  <a:fillRect/>
                </a:stretch>
              </p:blipFill>
              <p:spPr>
                <a:xfrm>
                  <a:off x="1961440" y="6429155"/>
                  <a:ext cx="1421683" cy="457200"/>
                </a:xfrm>
                <a:prstGeom prst="rect">
                  <a:avLst/>
                </a:prstGeom>
                <a:ln>
                  <a:solidFill>
                    <a:schemeClr val="bg1">
                      <a:lumMod val="50000"/>
                    </a:schemeClr>
                  </a:solidFill>
                </a:ln>
              </p:spPr>
            </p:pic>
            <p:sp>
              <p:nvSpPr>
                <p:cNvPr id="122" name="Rectangle 121">
                  <a:extLst>
                    <a:ext uri="{FF2B5EF4-FFF2-40B4-BE49-F238E27FC236}">
                      <a16:creationId xmlns:a16="http://schemas.microsoft.com/office/drawing/2014/main" id="{AF597C1F-F718-2D1E-C9AB-5BF827D48D73}"/>
                    </a:ext>
                  </a:extLst>
                </p:cNvPr>
                <p:cNvSpPr/>
                <p:nvPr/>
              </p:nvSpPr>
              <p:spPr>
                <a:xfrm>
                  <a:off x="2052086" y="6689235"/>
                  <a:ext cx="169308" cy="157816"/>
                </a:xfrm>
                <a:prstGeom prst="rect">
                  <a:avLst/>
                </a:prstGeom>
                <a:solidFill>
                  <a:srgbClr val="0070C0">
                    <a:alpha val="51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350" dirty="0"/>
                </a:p>
              </p:txBody>
            </p:sp>
          </p:grpSp>
        </p:grpSp>
        <p:sp>
          <p:nvSpPr>
            <p:cNvPr id="131" name="Rectangle 130">
              <a:extLst>
                <a:ext uri="{FF2B5EF4-FFF2-40B4-BE49-F238E27FC236}">
                  <a16:creationId xmlns:a16="http://schemas.microsoft.com/office/drawing/2014/main" id="{FC8E8D7A-6CB9-D6DB-5308-72BD8FB46746}"/>
                </a:ext>
              </a:extLst>
            </p:cNvPr>
            <p:cNvSpPr/>
            <p:nvPr/>
          </p:nvSpPr>
          <p:spPr>
            <a:xfrm>
              <a:off x="2221395" y="7388842"/>
              <a:ext cx="1313468" cy="233204"/>
            </a:xfrm>
            <a:prstGeom prst="rect">
              <a:avLst/>
            </a:prstGeom>
            <a:solidFill>
              <a:srgbClr val="FFFF00">
                <a:alpha val="29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133" name="Oval 132">
              <a:extLst>
                <a:ext uri="{FF2B5EF4-FFF2-40B4-BE49-F238E27FC236}">
                  <a16:creationId xmlns:a16="http://schemas.microsoft.com/office/drawing/2014/main" id="{902298C2-E7B9-5922-9CD3-B53421221A63}"/>
                </a:ext>
              </a:extLst>
            </p:cNvPr>
            <p:cNvSpPr/>
            <p:nvPr/>
          </p:nvSpPr>
          <p:spPr>
            <a:xfrm>
              <a:off x="2556284" y="7174050"/>
              <a:ext cx="228600" cy="137160"/>
            </a:xfrm>
            <a:prstGeom prst="ellipse">
              <a:avLst/>
            </a:prstGeom>
            <a:noFill/>
            <a:ln w="158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134" name="Oval 133">
              <a:extLst>
                <a:ext uri="{FF2B5EF4-FFF2-40B4-BE49-F238E27FC236}">
                  <a16:creationId xmlns:a16="http://schemas.microsoft.com/office/drawing/2014/main" id="{FB7690ED-91DB-9078-7DE0-F75E610DBF9D}"/>
                </a:ext>
              </a:extLst>
            </p:cNvPr>
            <p:cNvSpPr/>
            <p:nvPr/>
          </p:nvSpPr>
          <p:spPr>
            <a:xfrm>
              <a:off x="2235320" y="7174050"/>
              <a:ext cx="274320" cy="137160"/>
            </a:xfrm>
            <a:prstGeom prst="ellipse">
              <a:avLst/>
            </a:prstGeom>
            <a:noFill/>
            <a:ln w="158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350"/>
            </a:p>
          </p:txBody>
        </p:sp>
      </p:grpSp>
      <p:sp>
        <p:nvSpPr>
          <p:cNvPr id="136" name="Rectangle 135">
            <a:extLst>
              <a:ext uri="{FF2B5EF4-FFF2-40B4-BE49-F238E27FC236}">
                <a16:creationId xmlns:a16="http://schemas.microsoft.com/office/drawing/2014/main" id="{5C324A32-3882-5D42-D417-AF1C95528294}"/>
              </a:ext>
            </a:extLst>
          </p:cNvPr>
          <p:cNvSpPr/>
          <p:nvPr/>
        </p:nvSpPr>
        <p:spPr>
          <a:xfrm>
            <a:off x="3749707" y="5891436"/>
            <a:ext cx="441932" cy="141097"/>
          </a:xfrm>
          <a:prstGeom prst="rect">
            <a:avLst/>
          </a:prstGeom>
          <a:solidFill>
            <a:srgbClr val="FFFF00">
              <a:alpha val="29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137" name="Rectangle 136">
            <a:extLst>
              <a:ext uri="{FF2B5EF4-FFF2-40B4-BE49-F238E27FC236}">
                <a16:creationId xmlns:a16="http://schemas.microsoft.com/office/drawing/2014/main" id="{5C894787-F2D4-62FE-8822-F8CB65935652}"/>
              </a:ext>
            </a:extLst>
          </p:cNvPr>
          <p:cNvSpPr/>
          <p:nvPr/>
        </p:nvSpPr>
        <p:spPr>
          <a:xfrm>
            <a:off x="7134571" y="6085316"/>
            <a:ext cx="1221251" cy="194889"/>
          </a:xfrm>
          <a:prstGeom prst="rect">
            <a:avLst/>
          </a:prstGeom>
          <a:solidFill>
            <a:srgbClr val="FFFF00">
              <a:alpha val="29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138" name="Rectangle 137">
            <a:extLst>
              <a:ext uri="{FF2B5EF4-FFF2-40B4-BE49-F238E27FC236}">
                <a16:creationId xmlns:a16="http://schemas.microsoft.com/office/drawing/2014/main" id="{09234E9F-E209-312F-83BE-E9627F4CFB3E}"/>
              </a:ext>
            </a:extLst>
          </p:cNvPr>
          <p:cNvSpPr/>
          <p:nvPr/>
        </p:nvSpPr>
        <p:spPr>
          <a:xfrm>
            <a:off x="6351539" y="886831"/>
            <a:ext cx="571529" cy="97721"/>
          </a:xfrm>
          <a:prstGeom prst="rect">
            <a:avLst/>
          </a:prstGeom>
          <a:solidFill>
            <a:srgbClr val="FFFF00">
              <a:alpha val="24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139" name="Rectangle 138">
            <a:extLst>
              <a:ext uri="{FF2B5EF4-FFF2-40B4-BE49-F238E27FC236}">
                <a16:creationId xmlns:a16="http://schemas.microsoft.com/office/drawing/2014/main" id="{E68EFF89-4592-9560-7786-FBBE6028BF3B}"/>
              </a:ext>
            </a:extLst>
          </p:cNvPr>
          <p:cNvSpPr/>
          <p:nvPr/>
        </p:nvSpPr>
        <p:spPr>
          <a:xfrm>
            <a:off x="6349990" y="1580782"/>
            <a:ext cx="571529" cy="97721"/>
          </a:xfrm>
          <a:prstGeom prst="rect">
            <a:avLst/>
          </a:prstGeom>
          <a:solidFill>
            <a:srgbClr val="FFFF00">
              <a:alpha val="24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140" name="Rectangle 139">
            <a:extLst>
              <a:ext uri="{FF2B5EF4-FFF2-40B4-BE49-F238E27FC236}">
                <a16:creationId xmlns:a16="http://schemas.microsoft.com/office/drawing/2014/main" id="{9FD1F72F-106F-7D7C-9007-B38162ACF344}"/>
              </a:ext>
            </a:extLst>
          </p:cNvPr>
          <p:cNvSpPr/>
          <p:nvPr/>
        </p:nvSpPr>
        <p:spPr>
          <a:xfrm>
            <a:off x="6356500" y="2433994"/>
            <a:ext cx="571529" cy="97721"/>
          </a:xfrm>
          <a:prstGeom prst="rect">
            <a:avLst/>
          </a:prstGeom>
          <a:solidFill>
            <a:srgbClr val="FFFF00">
              <a:alpha val="24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141" name="Rectangle 140">
            <a:extLst>
              <a:ext uri="{FF2B5EF4-FFF2-40B4-BE49-F238E27FC236}">
                <a16:creationId xmlns:a16="http://schemas.microsoft.com/office/drawing/2014/main" id="{54324B49-231D-6AFD-9B5A-59B1D250B1A8}"/>
              </a:ext>
            </a:extLst>
          </p:cNvPr>
          <p:cNvSpPr/>
          <p:nvPr/>
        </p:nvSpPr>
        <p:spPr>
          <a:xfrm>
            <a:off x="6356190" y="2259605"/>
            <a:ext cx="571529" cy="97721"/>
          </a:xfrm>
          <a:prstGeom prst="rect">
            <a:avLst/>
          </a:prstGeom>
          <a:solidFill>
            <a:srgbClr val="FFFF00">
              <a:alpha val="24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4" name="TextBox 3">
            <a:extLst>
              <a:ext uri="{FF2B5EF4-FFF2-40B4-BE49-F238E27FC236}">
                <a16:creationId xmlns:a16="http://schemas.microsoft.com/office/drawing/2014/main" id="{A6C278CB-935E-2E5A-9769-D3D1482AA26C}"/>
              </a:ext>
            </a:extLst>
          </p:cNvPr>
          <p:cNvSpPr txBox="1"/>
          <p:nvPr/>
        </p:nvSpPr>
        <p:spPr>
          <a:xfrm>
            <a:off x="3684072" y="1859648"/>
            <a:ext cx="1013786" cy="456087"/>
          </a:xfrm>
          <a:prstGeom prst="rect">
            <a:avLst/>
          </a:prstGeom>
          <a:noFill/>
        </p:spPr>
        <p:txBody>
          <a:bodyPr wrap="square" rtlCol="0">
            <a:spAutoFit/>
          </a:bodyPr>
          <a:lstStyle/>
          <a:p>
            <a:r>
              <a:rPr lang="en-US" sz="788" dirty="0"/>
              <a:t>Styles and Sessions can be saved.</a:t>
            </a:r>
          </a:p>
        </p:txBody>
      </p:sp>
      <p:sp>
        <p:nvSpPr>
          <p:cNvPr id="14" name="Rectangle 13">
            <a:extLst>
              <a:ext uri="{FF2B5EF4-FFF2-40B4-BE49-F238E27FC236}">
                <a16:creationId xmlns:a16="http://schemas.microsoft.com/office/drawing/2014/main" id="{49DAF2F0-C104-0F2E-7100-6BF7C15425D8}"/>
              </a:ext>
            </a:extLst>
          </p:cNvPr>
          <p:cNvSpPr/>
          <p:nvPr/>
        </p:nvSpPr>
        <p:spPr>
          <a:xfrm>
            <a:off x="3831158" y="953058"/>
            <a:ext cx="571529" cy="97721"/>
          </a:xfrm>
          <a:prstGeom prst="rect">
            <a:avLst/>
          </a:prstGeom>
          <a:solidFill>
            <a:srgbClr val="FFFF00">
              <a:alpha val="24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350"/>
          </a:p>
        </p:txBody>
      </p:sp>
      <p:cxnSp>
        <p:nvCxnSpPr>
          <p:cNvPr id="31" name="Connector: Elbow 30">
            <a:extLst>
              <a:ext uri="{FF2B5EF4-FFF2-40B4-BE49-F238E27FC236}">
                <a16:creationId xmlns:a16="http://schemas.microsoft.com/office/drawing/2014/main" id="{B8D2ED54-2C5F-FD99-4368-E1538BB8591B}"/>
              </a:ext>
            </a:extLst>
          </p:cNvPr>
          <p:cNvCxnSpPr>
            <a:cxnSpLocks/>
            <a:stCxn id="39" idx="1"/>
            <a:endCxn id="40" idx="1"/>
          </p:cNvCxnSpPr>
          <p:nvPr/>
        </p:nvCxnSpPr>
        <p:spPr>
          <a:xfrm rot="10800000" flipH="1" flipV="1">
            <a:off x="3835732" y="1691616"/>
            <a:ext cx="143185" cy="788203"/>
          </a:xfrm>
          <a:prstGeom prst="bentConnector3">
            <a:avLst>
              <a:gd name="adj1" fmla="val -159654"/>
            </a:avLst>
          </a:prstGeom>
          <a:ln>
            <a:solidFill>
              <a:srgbClr val="FF0000"/>
            </a:solidFill>
            <a:headEnd type="triangle"/>
            <a:tailEnd type="triangle"/>
          </a:ln>
        </p:spPr>
        <p:style>
          <a:lnRef idx="2">
            <a:schemeClr val="accent1"/>
          </a:lnRef>
          <a:fillRef idx="0">
            <a:schemeClr val="accent1"/>
          </a:fillRef>
          <a:effectRef idx="1">
            <a:schemeClr val="accent1"/>
          </a:effectRef>
          <a:fontRef idx="minor">
            <a:schemeClr val="tx1"/>
          </a:fontRef>
        </p:style>
      </p:cxnSp>
      <p:cxnSp>
        <p:nvCxnSpPr>
          <p:cNvPr id="90" name="Connector: Elbow 89">
            <a:extLst>
              <a:ext uri="{FF2B5EF4-FFF2-40B4-BE49-F238E27FC236}">
                <a16:creationId xmlns:a16="http://schemas.microsoft.com/office/drawing/2014/main" id="{D20A1A9A-3D45-2746-9CA7-9745C1BF304F}"/>
              </a:ext>
            </a:extLst>
          </p:cNvPr>
          <p:cNvCxnSpPr>
            <a:endCxn id="4" idx="3"/>
          </p:cNvCxnSpPr>
          <p:nvPr/>
        </p:nvCxnSpPr>
        <p:spPr>
          <a:xfrm rot="16200000" flipH="1">
            <a:off x="4038054" y="1427887"/>
            <a:ext cx="1103141" cy="216468"/>
          </a:xfrm>
          <a:prstGeom prst="bentConnector4">
            <a:avLst>
              <a:gd name="adj1" fmla="val 39664"/>
              <a:gd name="adj2" fmla="val 205605"/>
            </a:avLst>
          </a:prstGeom>
          <a:ln>
            <a:solidFill>
              <a:srgbClr val="FF0000"/>
            </a:solidFill>
            <a:headEnd type="triangle"/>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587782216"/>
      </p:ext>
    </p:extLst>
  </p:cSld>
  <p:clrMapOvr>
    <a:masterClrMapping/>
  </p:clrMapOvr>
</p:sld>
</file>

<file path=ppt/theme/theme1.xml><?xml version="1.0" encoding="utf-8"?>
<a:theme xmlns:a="http://schemas.openxmlformats.org/drawingml/2006/main" name="CDC New Visual Identity">
  <a:themeElements>
    <a:clrScheme name="CDC New Visual Identity">
      <a:dk1>
        <a:srgbClr val="032659"/>
      </a:dk1>
      <a:lt1>
        <a:srgbClr val="FFFFFF"/>
      </a:lt1>
      <a:dk2>
        <a:srgbClr val="0056BD"/>
      </a:dk2>
      <a:lt2>
        <a:srgbClr val="FFFFFF"/>
      </a:lt2>
      <a:accent1>
        <a:srgbClr val="0056BD"/>
      </a:accent1>
      <a:accent2>
        <a:srgbClr val="00B1CE"/>
      </a:accent2>
      <a:accent3>
        <a:srgbClr val="712061"/>
      </a:accent3>
      <a:accent4>
        <a:srgbClr val="CC1B22"/>
      </a:accent4>
      <a:accent5>
        <a:srgbClr val="FB7E38"/>
      </a:accent5>
      <a:accent6>
        <a:srgbClr val="FFB24D"/>
      </a:accent6>
      <a:hlink>
        <a:srgbClr val="0056BD"/>
      </a:hlink>
      <a:folHlink>
        <a:srgbClr val="712061"/>
      </a:folHlink>
    </a:clrScheme>
    <a:fontScheme name="CDC_VI">
      <a:majorFont>
        <a:latin typeface="Roboto Bold"/>
        <a:ea typeface=""/>
        <a:cs typeface=""/>
      </a:majorFont>
      <a:minorFont>
        <a:latin typeface="Nunito San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square" rtlCol="0">
        <a:spAutoFit/>
      </a:bodyPr>
      <a:lstStyle>
        <a:defPPr algn="l">
          <a:defRPr dirty="0">
            <a:latin typeface="+mj-lt"/>
          </a:defRPr>
        </a:defPPr>
      </a:lstStyle>
    </a:txDef>
  </a:objectDefaults>
  <a:extraClrSchemeLst/>
  <a:extLst>
    <a:ext uri="{05A4C25C-085E-4340-85A3-A5531E510DB2}">
      <thm15:themeFamily xmlns:thm15="http://schemas.microsoft.com/office/thememl/2012/main" name="CDC New Visual Identity" id="{13DDE324-1CC2-9340-80D9-B14BC373689B}" vid="{835B0B58-4A59-4B46-BDC0-AAA8685F2008}"/>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TaxCatchAll xmlns="d815abde-3f55-485e-a74f-947edc87c35d" xsi:nil="true"/>
    <lcf76f155ced4ddcb4097134ff3c332f xmlns="782f4306-7da6-4fd9-a5c7-7ebb4888fab1">
      <Terms xmlns="http://schemas.microsoft.com/office/infopath/2007/PartnerControls"/>
    </lcf76f155ced4ddcb4097134ff3c332f>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421093EA17A17C43B666F5796BA970BC" ma:contentTypeVersion="12" ma:contentTypeDescription="Create a new document." ma:contentTypeScope="" ma:versionID="a56e636245abe4b6c7f47931e635bae8">
  <xsd:schema xmlns:xsd="http://www.w3.org/2001/XMLSchema" xmlns:xs="http://www.w3.org/2001/XMLSchema" xmlns:p="http://schemas.microsoft.com/office/2006/metadata/properties" xmlns:ns2="782f4306-7da6-4fd9-a5c7-7ebb4888fab1" xmlns:ns3="d815abde-3f55-485e-a74f-947edc87c35d" targetNamespace="http://schemas.microsoft.com/office/2006/metadata/properties" ma:root="true" ma:fieldsID="210ab5b30e3c5f2a6cc7d23cbf61f609" ns2:_="" ns3:_="">
    <xsd:import namespace="782f4306-7da6-4fd9-a5c7-7ebb4888fab1"/>
    <xsd:import namespace="d815abde-3f55-485e-a74f-947edc87c35d"/>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2:lcf76f155ced4ddcb4097134ff3c332f" minOccurs="0"/>
                <xsd:element ref="ns3:TaxCatchAll" minOccurs="0"/>
                <xsd:element ref="ns2:MediaServiceDateTaken" minOccurs="0"/>
                <xsd:element ref="ns2:MediaServiceOCR" minOccurs="0"/>
                <xsd:element ref="ns2:MediaServiceGenerationTime" minOccurs="0"/>
                <xsd:element ref="ns2:MediaServiceEventHashCode"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82f4306-7da6-4fd9-a5c7-7ebb4888fab1"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lcf76f155ced4ddcb4097134ff3c332f" ma:index="13" nillable="true" ma:taxonomy="true" ma:internalName="lcf76f155ced4ddcb4097134ff3c332f" ma:taxonomyFieldName="MediaServiceImageTags" ma:displayName="Image Tags" ma:readOnly="false" ma:fieldId="{5cf76f15-5ced-4ddc-b409-7134ff3c332f}" ma:taxonomyMulti="true" ma:sspId="9353dbe8-8260-4ccf-8219-3d2995e6fa15" ma:termSetId="09814cd3-568e-fe90-9814-8d621ff8fb84" ma:anchorId="fba54fb3-c3e1-fe81-a776-ca4b69148c4d" ma:open="true" ma:isKeyword="false">
      <xsd:complexType>
        <xsd:sequence>
          <xsd:element ref="pc:Terms" minOccurs="0" maxOccurs="1"/>
        </xsd:sequence>
      </xsd:complexType>
    </xsd:element>
    <xsd:element name="MediaServiceDateTaken" ma:index="15" nillable="true" ma:displayName="MediaServiceDateTaken" ma:hidden="true" ma:indexed="true" ma:internalName="MediaServiceDateTaken" ma:readOnly="true">
      <xsd:simpleType>
        <xsd:restriction base="dms:Text"/>
      </xsd:simpleType>
    </xsd:element>
    <xsd:element name="MediaServiceOCR" ma:index="16" nillable="true" ma:displayName="Extracted Text" ma:internalName="MediaServiceOCR" ma:readOnly="true">
      <xsd:simpleType>
        <xsd:restriction base="dms:Note">
          <xsd:maxLength value="255"/>
        </xsd:restriction>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element name="MediaLengthInSeconds" ma:index="19" nillable="true" ma:displayName="MediaLengthInSeconds" ma:hidden="true"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d815abde-3f55-485e-a74f-947edc87c35d" elementFormDefault="qualified">
    <xsd:import namespace="http://schemas.microsoft.com/office/2006/documentManagement/types"/>
    <xsd:import namespace="http://schemas.microsoft.com/office/infopath/2007/PartnerControls"/>
    <xsd:element name="TaxCatchAll" ma:index="14" nillable="true" ma:displayName="Taxonomy Catch All Column" ma:hidden="true" ma:list="{48e5a710-3d08-43fc-9869-e4f9764f7e46}" ma:internalName="TaxCatchAll" ma:showField="CatchAllData" ma:web="d815abde-3f55-485e-a74f-947edc87c35d">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FD08F10C-B6EE-4A1D-B305-975B6D8B33F0}">
  <ds:schemaRefs>
    <ds:schemaRef ds:uri="http://schemas.openxmlformats.org/package/2006/metadata/core-properties"/>
    <ds:schemaRef ds:uri="http://schemas.microsoft.com/office/2006/documentManagement/types"/>
    <ds:schemaRef ds:uri="http://purl.org/dc/terms/"/>
    <ds:schemaRef ds:uri="http://schemas.microsoft.com/office/2006/metadata/properties"/>
    <ds:schemaRef ds:uri="http://purl.org/dc/elements/1.1/"/>
    <ds:schemaRef ds:uri="http://purl.org/dc/dcmitype/"/>
    <ds:schemaRef ds:uri="http://schemas.microsoft.com/office/infopath/2007/PartnerControls"/>
    <ds:schemaRef ds:uri="d815abde-3f55-485e-a74f-947edc87c35d"/>
    <ds:schemaRef ds:uri="782f4306-7da6-4fd9-a5c7-7ebb4888fab1"/>
    <ds:schemaRef ds:uri="http://www.w3.org/XML/1998/namespace"/>
  </ds:schemaRefs>
</ds:datastoreItem>
</file>

<file path=customXml/itemProps2.xml><?xml version="1.0" encoding="utf-8"?>
<ds:datastoreItem xmlns:ds="http://schemas.openxmlformats.org/officeDocument/2006/customXml" ds:itemID="{514945EB-7D1D-4954-A1E9-C27F67250792}">
  <ds:schemaRefs>
    <ds:schemaRef ds:uri="782f4306-7da6-4fd9-a5c7-7ebb4888fab1"/>
    <ds:schemaRef ds:uri="d815abde-3f55-485e-a74f-947edc87c35d"/>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C3A6659D-7BF7-4E10-BDF8-E806653B4665}">
  <ds:schemaRefs>
    <ds:schemaRef ds:uri="http://schemas.microsoft.com/sharepoint/v3/contenttype/forms"/>
  </ds:schemaRefs>
</ds:datastoreItem>
</file>

<file path=docMetadata/LabelInfo.xml><?xml version="1.0" encoding="utf-8"?>
<clbl:labelList xmlns:clbl="http://schemas.microsoft.com/office/2020/mipLabelMetadata">
  <clbl:label id="{dcae8101-c92d-480c-bc43-c6761ccccc5a}" enabled="0" method="" siteId="{dcae8101-c92d-480c-bc43-c6761ccccc5a}" removed="1"/>
</clbl:labelList>
</file>

<file path=docProps/app.xml><?xml version="1.0" encoding="utf-8"?>
<Properties xmlns="http://schemas.openxmlformats.org/officeDocument/2006/extended-properties" xmlns:vt="http://schemas.openxmlformats.org/officeDocument/2006/docPropsVTypes">
  <Template>Integral</Template>
  <TotalTime>213</TotalTime>
  <Words>516</Words>
  <Application>Microsoft Office PowerPoint</Application>
  <PresentationFormat>Widescreen</PresentationFormat>
  <Paragraphs>64</Paragraphs>
  <Slides>10</Slides>
  <Notes>6</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10</vt:i4>
      </vt:variant>
    </vt:vector>
  </HeadingPairs>
  <TitlesOfParts>
    <vt:vector size="19" baseType="lpstr">
      <vt:lpstr>Aptos</vt:lpstr>
      <vt:lpstr>Arial</vt:lpstr>
      <vt:lpstr>Calibri</vt:lpstr>
      <vt:lpstr>Courier New</vt:lpstr>
      <vt:lpstr>Nunito Sans Normal</vt:lpstr>
      <vt:lpstr>Roboto</vt:lpstr>
      <vt:lpstr>Roboto Medium</vt:lpstr>
      <vt:lpstr>Wingdings</vt:lpstr>
      <vt:lpstr>CDC New Visual Identity</vt:lpstr>
      <vt:lpstr>MicrobeTrace 2.0: Live demo</vt:lpstr>
      <vt:lpstr>MicrobeTrace Supports Outbreak Investigations Across Multiple Pathogens</vt:lpstr>
      <vt:lpstr>MicrobeTrace 2.0: Looking ahead</vt:lpstr>
      <vt:lpstr>MicrobeTrace resources</vt:lpstr>
      <vt:lpstr>Thank you!   Questions?</vt:lpstr>
      <vt:lpstr>MicrobeTrace Exercise: Acinetobacter baumannii outbreak</vt:lpstr>
      <vt:lpstr>Exercise Overview</vt:lpstr>
      <vt:lpstr>Microbe Trace Exercise:  Candida auris outbreak</vt:lpstr>
      <vt:lpstr>Exercise Overview</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CDC PowerPoint Presentation</dc:title>
  <dc:creator>U.S. Centers for Disease Control and Prevention (CDC)</dc:creator>
  <cp:lastModifiedBy>Mayra Trujillo [KDHE]</cp:lastModifiedBy>
  <cp:revision>6</cp:revision>
  <dcterms:created xsi:type="dcterms:W3CDTF">2020-07-30T01:52:48Z</dcterms:created>
  <dcterms:modified xsi:type="dcterms:W3CDTF">2026-04-17T17:53:18Z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7b94a7b8-f06c-4dfe-bdcc-9b548fd58c31_Enabled">
    <vt:lpwstr>true</vt:lpwstr>
  </property>
  <property fmtid="{D5CDD505-2E9C-101B-9397-08002B2CF9AE}" pid="3" name="MSIP_Label_7b94a7b8-f06c-4dfe-bdcc-9b548fd58c31_SetDate">
    <vt:lpwstr>2024-10-15T15:42:10Z</vt:lpwstr>
  </property>
  <property fmtid="{D5CDD505-2E9C-101B-9397-08002B2CF9AE}" pid="4" name="MSIP_Label_7b94a7b8-f06c-4dfe-bdcc-9b548fd58c31_Method">
    <vt:lpwstr>Privileged</vt:lpwstr>
  </property>
  <property fmtid="{D5CDD505-2E9C-101B-9397-08002B2CF9AE}" pid="5" name="MSIP_Label_7b94a7b8-f06c-4dfe-bdcc-9b548fd58c31_Name">
    <vt:lpwstr>7b94a7b8-f06c-4dfe-bdcc-9b548fd58c31</vt:lpwstr>
  </property>
  <property fmtid="{D5CDD505-2E9C-101B-9397-08002B2CF9AE}" pid="6" name="MSIP_Label_7b94a7b8-f06c-4dfe-bdcc-9b548fd58c31_SiteId">
    <vt:lpwstr>9ce70869-60db-44fd-abe8-d2767077fc8f</vt:lpwstr>
  </property>
  <property fmtid="{D5CDD505-2E9C-101B-9397-08002B2CF9AE}" pid="7" name="MSIP_Label_7b94a7b8-f06c-4dfe-bdcc-9b548fd58c31_ActionId">
    <vt:lpwstr>224c312c-7187-43b0-8046-59113148a5e2</vt:lpwstr>
  </property>
  <property fmtid="{D5CDD505-2E9C-101B-9397-08002B2CF9AE}" pid="8" name="MSIP_Label_7b94a7b8-f06c-4dfe-bdcc-9b548fd58c31_ContentBits">
    <vt:lpwstr>0</vt:lpwstr>
  </property>
  <property fmtid="{D5CDD505-2E9C-101B-9397-08002B2CF9AE}" pid="9" name="ContentTypeId">
    <vt:lpwstr>0x010100421093EA17A17C43B666F5796BA970BC</vt:lpwstr>
  </property>
  <property fmtid="{D5CDD505-2E9C-101B-9397-08002B2CF9AE}" pid="10" name="MediaServiceImageTags">
    <vt:lpwstr/>
  </property>
</Properties>
</file>